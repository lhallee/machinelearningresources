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40be1e0dcb409d" /><Relationship Type="http://schemas.openxmlformats.org/officeDocument/2006/relationships/extended-properties" Target="/docProps/app.xml" Id="R4d9cc3b1a1994689" /><Relationship Type="http://schemas.openxmlformats.org/officeDocument/2006/relationships/officeDocument" Target="/ppt/presentation.xml" Id="Rb11d79a10d7c4b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362ee5d422444b"/>
    <p:sldMasterId xmlns:r="http://schemas.openxmlformats.org/officeDocument/2006/relationships" id="2147483660" r:id="R654bcbc754c84a85"/>
  </p:sldMasterIdLst>
  <p:notesMasterIdLst>
    <p:notesMasterId xmlns:r="http://schemas.openxmlformats.org/officeDocument/2006/relationships" r:id="R04ae2acfe3ea4320"/>
  </p:notesMasterIdLst>
  <p:sldIdLst>
    <p:sldId xmlns:r="http://schemas.openxmlformats.org/officeDocument/2006/relationships" id="256" r:id="R7786256415754698"/>
    <p:sldId xmlns:r="http://schemas.openxmlformats.org/officeDocument/2006/relationships" id="257" r:id="R81b6a79a376a4b25"/>
    <p:sldId xmlns:r="http://schemas.openxmlformats.org/officeDocument/2006/relationships" id="258" r:id="Rf91fc0187ee9440f"/>
    <p:sldId xmlns:r="http://schemas.openxmlformats.org/officeDocument/2006/relationships" id="259" r:id="R2422dc8c0e2749fc"/>
    <p:sldId xmlns:r="http://schemas.openxmlformats.org/officeDocument/2006/relationships" id="260" r:id="R413c4e3d448c4934"/>
    <p:sldId xmlns:r="http://schemas.openxmlformats.org/officeDocument/2006/relationships" id="261" r:id="R4d49eddf8efd4dad"/>
    <p:sldId xmlns:r="http://schemas.openxmlformats.org/officeDocument/2006/relationships" id="262" r:id="R4c0be11dc0e24cc5"/>
    <p:sldId xmlns:r="http://schemas.openxmlformats.org/officeDocument/2006/relationships" id="263" r:id="Racadb7f753824bbd"/>
    <p:sldId xmlns:r="http://schemas.openxmlformats.org/officeDocument/2006/relationships" id="264" r:id="R6e4a5d0158764c1a"/>
    <p:sldId xmlns:r="http://schemas.openxmlformats.org/officeDocument/2006/relationships" id="265" r:id="Rd0431a1f492d4251"/>
    <p:sldId xmlns:r="http://schemas.openxmlformats.org/officeDocument/2006/relationships" id="266" r:id="R9e80b3f8f5cc4db2"/>
    <p:sldId xmlns:r="http://schemas.openxmlformats.org/officeDocument/2006/relationships" id="267" r:id="Rba9bcd05aa6b4544"/>
    <p:sldId xmlns:r="http://schemas.openxmlformats.org/officeDocument/2006/relationships" id="268" r:id="Rbf381e6864c44ed3"/>
    <p:sldId xmlns:r="http://schemas.openxmlformats.org/officeDocument/2006/relationships" id="269" r:id="Ra2beb432a5604967"/>
    <p:sldId xmlns:r="http://schemas.openxmlformats.org/officeDocument/2006/relationships" id="270" r:id="Rfd281aeb4a2b464d"/>
    <p:sldId xmlns:r="http://schemas.openxmlformats.org/officeDocument/2006/relationships" id="271" r:id="R2cbcddbfbd5b444f"/>
    <p:sldId xmlns:r="http://schemas.openxmlformats.org/officeDocument/2006/relationships" id="272" r:id="R3e6b3f18af9c4218"/>
    <p:sldId xmlns:r="http://schemas.openxmlformats.org/officeDocument/2006/relationships" id="273" r:id="Rac22affd33f149b4"/>
    <p:sldId xmlns:r="http://schemas.openxmlformats.org/officeDocument/2006/relationships" id="274" r:id="Rfc3bde4f952b4083"/>
    <p:sldId xmlns:r="http://schemas.openxmlformats.org/officeDocument/2006/relationships" id="275" r:id="R9f3ebd934b654dc6"/>
    <p:sldId xmlns:r="http://schemas.openxmlformats.org/officeDocument/2006/relationships" id="276" r:id="R41983caee6244c49"/>
    <p:sldId xmlns:r="http://schemas.openxmlformats.org/officeDocument/2006/relationships" id="277" r:id="R73b2ec9da3d84dc4"/>
    <p:sldId xmlns:r="http://schemas.openxmlformats.org/officeDocument/2006/relationships" id="278" r:id="R4e6d5fb288c742c9"/>
    <p:sldId xmlns:r="http://schemas.openxmlformats.org/officeDocument/2006/relationships" id="279" r:id="R2b26fc298e3b4eed"/>
    <p:sldId xmlns:r="http://schemas.openxmlformats.org/officeDocument/2006/relationships" id="280" r:id="R303941d0c60142c7"/>
    <p:sldId xmlns:r="http://schemas.openxmlformats.org/officeDocument/2006/relationships" id="281" r:id="R1ccf0b1342664792"/>
    <p:sldId xmlns:r="http://schemas.openxmlformats.org/officeDocument/2006/relationships" id="282" r:id="R33dc8b5ec0234e2f"/>
    <p:sldId xmlns:r="http://schemas.openxmlformats.org/officeDocument/2006/relationships" id="283" r:id="R2b264896df0849fd"/>
    <p:sldId xmlns:r="http://schemas.openxmlformats.org/officeDocument/2006/relationships" id="284" r:id="R21a34497c4d14dc4"/>
    <p:sldId xmlns:r="http://schemas.openxmlformats.org/officeDocument/2006/relationships" id="285" r:id="R58e6f23195e74489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d6bf0fcd0c47ed" /><Relationship Type="http://schemas.openxmlformats.org/officeDocument/2006/relationships/slideMaster" Target="/ppt/slideMasters/slideMaster1.xml" Id="Rfa362ee5d422444b" /><Relationship Type="http://schemas.openxmlformats.org/officeDocument/2006/relationships/slideMaster" Target="/ppt/slideMasters/slideMaster2.xml" Id="R654bcbc754c84a85" /><Relationship Type="http://schemas.openxmlformats.org/officeDocument/2006/relationships/notesMaster" Target="/ppt/notesMasters/notesMaster1.xml" Id="R04ae2acfe3ea4320" /><Relationship Type="http://schemas.openxmlformats.org/officeDocument/2006/relationships/presProps" Target="/ppt/presProps.xml" Id="Rd0ea37be7b9b4177" /><Relationship Type="http://schemas.openxmlformats.org/officeDocument/2006/relationships/tableStyles" Target="/ppt/tableStyles.xml" Id="R14175a17d64f43b1" /><Relationship Type="http://schemas.openxmlformats.org/officeDocument/2006/relationships/slide" Target="/ppt/slides/slide1.xml" Id="R7786256415754698" /><Relationship Type="http://schemas.openxmlformats.org/officeDocument/2006/relationships/slide" Target="/ppt/slides/slide2.xml" Id="R81b6a79a376a4b25" /><Relationship Type="http://schemas.openxmlformats.org/officeDocument/2006/relationships/slide" Target="/ppt/slides/slide3.xml" Id="Rf91fc0187ee9440f" /><Relationship Type="http://schemas.openxmlformats.org/officeDocument/2006/relationships/slide" Target="/ppt/slides/slide4.xml" Id="R2422dc8c0e2749fc" /><Relationship Type="http://schemas.openxmlformats.org/officeDocument/2006/relationships/slide" Target="/ppt/slides/slide5.xml" Id="R413c4e3d448c4934" /><Relationship Type="http://schemas.openxmlformats.org/officeDocument/2006/relationships/slide" Target="/ppt/slides/slide6.xml" Id="R4d49eddf8efd4dad" /><Relationship Type="http://schemas.openxmlformats.org/officeDocument/2006/relationships/slide" Target="/ppt/slides/slide7.xml" Id="R4c0be11dc0e24cc5" /><Relationship Type="http://schemas.openxmlformats.org/officeDocument/2006/relationships/slide" Target="/ppt/slides/slide8.xml" Id="Racadb7f753824bbd" /><Relationship Type="http://schemas.openxmlformats.org/officeDocument/2006/relationships/slide" Target="/ppt/slides/slide9.xml" Id="R6e4a5d0158764c1a" /><Relationship Type="http://schemas.openxmlformats.org/officeDocument/2006/relationships/slide" Target="/ppt/slides/slide10.xml" Id="Rd0431a1f492d4251" /><Relationship Type="http://schemas.openxmlformats.org/officeDocument/2006/relationships/slide" Target="/ppt/slides/slide11.xml" Id="R9e80b3f8f5cc4db2" /><Relationship Type="http://schemas.openxmlformats.org/officeDocument/2006/relationships/slide" Target="/ppt/slides/slide12.xml" Id="Rba9bcd05aa6b4544" /><Relationship Type="http://schemas.openxmlformats.org/officeDocument/2006/relationships/slide" Target="/ppt/slides/slide13.xml" Id="Rbf381e6864c44ed3" /><Relationship Type="http://schemas.openxmlformats.org/officeDocument/2006/relationships/slide" Target="/ppt/slides/slide14.xml" Id="Ra2beb432a5604967" /><Relationship Type="http://schemas.openxmlformats.org/officeDocument/2006/relationships/slide" Target="/ppt/slides/slide15.xml" Id="Rfd281aeb4a2b464d" /><Relationship Type="http://schemas.openxmlformats.org/officeDocument/2006/relationships/slide" Target="/ppt/slides/slide16.xml" Id="R2cbcddbfbd5b444f" /><Relationship Type="http://schemas.openxmlformats.org/officeDocument/2006/relationships/slide" Target="/ppt/slides/slide17.xml" Id="R3e6b3f18af9c4218" /><Relationship Type="http://schemas.openxmlformats.org/officeDocument/2006/relationships/slide" Target="/ppt/slides/slide18.xml" Id="Rac22affd33f149b4" /><Relationship Type="http://schemas.openxmlformats.org/officeDocument/2006/relationships/slide" Target="/ppt/slides/slide19.xml" Id="Rfc3bde4f952b4083" /><Relationship Type="http://schemas.openxmlformats.org/officeDocument/2006/relationships/slide" Target="/ppt/slides/slide20.xml" Id="R9f3ebd934b654dc6" /><Relationship Type="http://schemas.openxmlformats.org/officeDocument/2006/relationships/slide" Target="/ppt/slides/slide21.xml" Id="R41983caee6244c49" /><Relationship Type="http://schemas.openxmlformats.org/officeDocument/2006/relationships/slide" Target="/ppt/slides/slide22.xml" Id="R73b2ec9da3d84dc4" /><Relationship Type="http://schemas.openxmlformats.org/officeDocument/2006/relationships/slide" Target="/ppt/slides/slide23.xml" Id="R4e6d5fb288c742c9" /><Relationship Type="http://schemas.openxmlformats.org/officeDocument/2006/relationships/slide" Target="/ppt/slides/slide24.xml" Id="R2b26fc298e3b4eed" /><Relationship Type="http://schemas.openxmlformats.org/officeDocument/2006/relationships/slide" Target="/ppt/slides/slide25.xml" Id="R303941d0c60142c7" /><Relationship Type="http://schemas.openxmlformats.org/officeDocument/2006/relationships/slide" Target="/ppt/slides/slide26.xml" Id="R1ccf0b1342664792" /><Relationship Type="http://schemas.openxmlformats.org/officeDocument/2006/relationships/slide" Target="/ppt/slides/slide27.xml" Id="R33dc8b5ec0234e2f" /><Relationship Type="http://schemas.openxmlformats.org/officeDocument/2006/relationships/slide" Target="/ppt/slides/slide28.xml" Id="R2b264896df0849fd" /><Relationship Type="http://schemas.openxmlformats.org/officeDocument/2006/relationships/slide" Target="/ppt/slides/slide29.xml" Id="R21a34497c4d14dc4" /><Relationship Type="http://schemas.openxmlformats.org/officeDocument/2006/relationships/slide" Target="/ppt/slides/slide30.xml" Id="R58e6f23195e744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617658a3cee4f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3973267e1e4c94" /><Relationship Type="http://schemas.openxmlformats.org/officeDocument/2006/relationships/notesMaster" Target="/ppt/notesMasters/notesMaster1.xml" Id="Rbed96a0b9a9945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124f293eda4210" /><Relationship Type="http://schemas.openxmlformats.org/officeDocument/2006/relationships/notesMaster" Target="/ppt/notesMasters/notesMaster1.xml" Id="R51320f03062049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750a9d1b8449d7" /><Relationship Type="http://schemas.openxmlformats.org/officeDocument/2006/relationships/notesMaster" Target="/ppt/notesMasters/notesMaster1.xml" Id="Rfe8ea3f0b2b148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85efbf234a4883" /><Relationship Type="http://schemas.openxmlformats.org/officeDocument/2006/relationships/notesMaster" Target="/ppt/notesMasters/notesMaster1.xml" Id="R3762612afaf742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73c5caf44a40fa" /><Relationship Type="http://schemas.openxmlformats.org/officeDocument/2006/relationships/notesMaster" Target="/ppt/notesMasters/notesMaster1.xml" Id="R99600cb2ec2742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254174b0464d64" /><Relationship Type="http://schemas.openxmlformats.org/officeDocument/2006/relationships/notesMaster" Target="/ppt/notesMasters/notesMaster1.xml" Id="Raa826361129f46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a87a8f696b4cf1" /><Relationship Type="http://schemas.openxmlformats.org/officeDocument/2006/relationships/notesMaster" Target="/ppt/notesMasters/notesMaster1.xml" Id="R14ddefaab7004c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d61b6483024eed" /><Relationship Type="http://schemas.openxmlformats.org/officeDocument/2006/relationships/notesMaster" Target="/ppt/notesMasters/notesMaster1.xml" Id="R3f35a4aeff6d44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7e915db3b34e5d" /><Relationship Type="http://schemas.openxmlformats.org/officeDocument/2006/relationships/notesMaster" Target="/ppt/notesMasters/notesMaster1.xml" Id="R79b5e414166140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59c8af16ca4bdc" /><Relationship Type="http://schemas.openxmlformats.org/officeDocument/2006/relationships/notesMaster" Target="/ppt/notesMasters/notesMaster1.xml" Id="R5bb9c23fe2594a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3ccaa1f7a94a0b" /><Relationship Type="http://schemas.openxmlformats.org/officeDocument/2006/relationships/notesMaster" Target="/ppt/notesMasters/notesMaster1.xml" Id="R0f416a94237d4d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7c0789e2404d49" /><Relationship Type="http://schemas.openxmlformats.org/officeDocument/2006/relationships/notesMaster" Target="/ppt/notesMasters/notesMaster1.xml" Id="Rba7af7eaffd14e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b35bce247f4c31" /><Relationship Type="http://schemas.openxmlformats.org/officeDocument/2006/relationships/notesMaster" Target="/ppt/notesMasters/notesMaster1.xml" Id="R4eff5464694d41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6dd4d83b8c42ca" /><Relationship Type="http://schemas.openxmlformats.org/officeDocument/2006/relationships/notesMaster" Target="/ppt/notesMasters/notesMaster1.xml" Id="Rf18505ecf4f34f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c6ac9e39bd4a15" /><Relationship Type="http://schemas.openxmlformats.org/officeDocument/2006/relationships/notesMaster" Target="/ppt/notesMasters/notesMaster1.xml" Id="R63a1e790901944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0c7981e22243b1" /><Relationship Type="http://schemas.openxmlformats.org/officeDocument/2006/relationships/notesMaster" Target="/ppt/notesMasters/notesMaster1.xml" Id="Radcde7da0c7440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c6d74e467e41b4" /><Relationship Type="http://schemas.openxmlformats.org/officeDocument/2006/relationships/notesMaster" Target="/ppt/notesMasters/notesMaster1.xml" Id="R0acb23997af843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2967e85f2e4c34" /><Relationship Type="http://schemas.openxmlformats.org/officeDocument/2006/relationships/notesMaster" Target="/ppt/notesMasters/notesMaster1.xml" Id="R13e44dd583f946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8cad5f5f7e4559" /><Relationship Type="http://schemas.openxmlformats.org/officeDocument/2006/relationships/notesMaster" Target="/ppt/notesMasters/notesMaster1.xml" Id="R12a16934dc5349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7ead17a4e94a46" /><Relationship Type="http://schemas.openxmlformats.org/officeDocument/2006/relationships/notesMaster" Target="/ppt/notesMasters/notesMaster1.xml" Id="R15dba037751747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4c189c82b64168" /><Relationship Type="http://schemas.openxmlformats.org/officeDocument/2006/relationships/notesMaster" Target="/ppt/notesMasters/notesMaster1.xml" Id="Ra08a3d6372be47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beb1002cc04073" /><Relationship Type="http://schemas.openxmlformats.org/officeDocument/2006/relationships/notesMaster" Target="/ppt/notesMasters/notesMaster1.xml" Id="R5b286e46939a410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1a5a2ea69f4244" /><Relationship Type="http://schemas.openxmlformats.org/officeDocument/2006/relationships/notesMaster" Target="/ppt/notesMasters/notesMaster1.xml" Id="Rc1ab76a2a8604f5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24e40fedd2b481c" /><Relationship Type="http://schemas.openxmlformats.org/officeDocument/2006/relationships/notesMaster" Target="/ppt/notesMasters/notesMaster1.xml" Id="Rf4ad81d2b658482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0daba7febdd4d94" /><Relationship Type="http://schemas.openxmlformats.org/officeDocument/2006/relationships/notesMaster" Target="/ppt/notesMasters/notesMaster1.xml" Id="R30568d274877486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63becea552347d2" /><Relationship Type="http://schemas.openxmlformats.org/officeDocument/2006/relationships/notesMaster" Target="/ppt/notesMasters/notesMaster1.xml" Id="Re281ef83138f4c1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5d0c170d8724d44" /><Relationship Type="http://schemas.openxmlformats.org/officeDocument/2006/relationships/notesMaster" Target="/ppt/notesMasters/notesMaster1.xml" Id="Rf3ee2cf51efb435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23ca7d75f614d56" /><Relationship Type="http://schemas.openxmlformats.org/officeDocument/2006/relationships/notesMaster" Target="/ppt/notesMasters/notesMaster1.xml" Id="Rf0cade247a1c471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c33f7bfe4f84afc" /><Relationship Type="http://schemas.openxmlformats.org/officeDocument/2006/relationships/notesMaster" Target="/ppt/notesMasters/notesMaster1.xml" Id="R17ecccc507cf49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c8095623c2b495d" /><Relationship Type="http://schemas.openxmlformats.org/officeDocument/2006/relationships/notesMaster" Target="/ppt/notesMasters/notesMaster1.xml" Id="R27eeaeaa6b014a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e8648a3f045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b3ad2703245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15dccfce44a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e0ea2d95a47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a98d91f4442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52151c09f40b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3221e95ec4d0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dd4de3dc24f7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2ac2a07ae485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53fab81754b5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0e4aa393d479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05e9bfbfe4461f" /><Relationship Type="http://schemas.openxmlformats.org/officeDocument/2006/relationships/image" Target="/ppt/media/image.png" Id="R20633fc775f245f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600957e8e14d8a" /><Relationship Type="http://schemas.openxmlformats.org/officeDocument/2006/relationships/image" Target="/ppt/media/image.png" Id="R24478cf85775422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cf5dc719a74c9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0147b8fb7c462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c65cc1140d444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f68587404943e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a44791432945e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d2b00a05e642b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2bdabf0a9f453c" /><Relationship Type="http://schemas.openxmlformats.org/officeDocument/2006/relationships/image" Target="/ppt/media/image2.png" Id="R5ff8122c273240d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52b7889989452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bc96653cf44ed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6d33f5f80642c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ea9420e53648ae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d3d67dc7ef42d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a3eb31ca5a4b0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90ee5e884742c8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3ea92d74474bc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8cf098c251487c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9c9182d7c64b65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f912c73f0640b5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7da6c7d8764786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93432410d748fe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a3400f253743c3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8ea09a0aad4078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a173c329c744aa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ae03d15b564664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1c150b5a67473b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088776e64d4d4c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dd84d84c3f4a0d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7f6c797b984800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9d3de469524659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ff4e472e72407c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9768cc93094644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5f56d4b0d94b2d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92c6cd6413426c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90fdb3776140d8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c340fd2c474ab2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4d2347796f4809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86464d152042a4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7fa5cfb7c74081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e70b34e0ca4d2e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ae9a2601e84e6a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ec20c8ab51483e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C5A07B4A-F864-4D66-AA83-E67253AB066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3D00B6B-5E0E-4A95-B79F-7B9D31266D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0FE77D92-EB9E-427E-917A-5BF6620320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0A2EFED7-694E-428F-8007-14F9220F27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553A796F-CF5D-467F-A1A9-308E1E67D0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0682932C-9D1B-4D0B-BF33-427F94787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6D27700C-DC39-4693-893A-225154A9D8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D01ED1CD-E293-4F13-B3E2-074F3D82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C496B697-CE12-4065-BAA7-40D8D97546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228CAF02-8FE3-4255-AD23-0B0E3A911C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886B5F9A-3FD1-4AD5-BD6E-353E33581B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0C601351-3B3A-4E7A-9691-EBD5711D1A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8F0F4B8C-C1D4-45A2-B418-37AE9D16EE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DB4B7702-EA19-4E8A-B417-95BFE3825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8DF8A993-5019-4376-90B7-519229855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965023EC-1656-4C57-A3C6-52BCC8C511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89A20AAC-1CDA-4351-9799-80508543C5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20609A79-105E-4CBB-A614-ED3C4D974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F816408-A62D-4904-9E4E-5B990265A5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89A87B27-8637-4D40-A6A5-8C2392F6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25F3C86B-D0B7-439B-973C-ACB174F885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D55EB912-1FF0-4D6F-ACA5-F36E287BD3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FEA89AC5-C8F8-4E2A-A2A2-D8973C83DA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1589B160-6222-4CA2-88F2-C741BF5950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ED952F2C-4570-455C-B8DD-5065CDC614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484CA9CB-878F-4AB8-B58F-00697F8C03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F7DF1FF9-1D8B-48FD-9D7A-8C3FDFF7F8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E653001D-64B8-45C0-8530-673576238D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8146BE31-D3DB-492E-95B7-175071C11E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01BDB198-E340-4B72-862C-B0E9553C7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Cover">
  <p:cSld name="BLANK_1_3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5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633fc775f245fa">
            <a:alphaModFix amt="60000"/>
          </a:blip>
          <a:srcRect xmlns:a="http://schemas.openxmlformats.org/drawingml/2006/main" l="0" t="0" r="0" b="4816"/>
          <a:stretch xmlns:a="http://schemas.openxmlformats.org/drawingml/2006/main"/>
        </p:blipFill>
        <p:spPr>
          <a:xfrm xmlns:a="http://schemas.openxmlformats.org/drawingml/2006/main">
            <a:off x="277500" y="277500"/>
            <a:ext cx="8589000" cy="4599000"/>
          </a:xfrm>
          <a:prstGeom xmlns:a="http://schemas.openxmlformats.org/drawingml/2006/main" prst="roundRect">
            <a:avLst/>
          </a:prstGeom>
          <a:ln xmlns:a="http://schemas.openxmlformats.org/drawingml/2006/main">
            <a:noFill/>
          </a:ln>
        </p:spPr>
      </p:pic>
      <p:sp>
        <p:nvSpPr>
          <p:cNvPr id="55" name="Google Shape;55;p14">
            <a:extLst xmlns:a="http://schemas.openxmlformats.org/drawingml/2006/main">
              <a:ext uri="{FF2B5EF4-FFF2-40B4-BE49-F238E27FC236}">
                <a16:creationId xmlns:a16="http://schemas.microsoft.com/office/drawing/2014/main" id="{A1EC7D32-AF6C-4C8F-80C3-1212313BD1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21004" y="4044275"/>
            <a:ext cx="5859300" cy="4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cxnSp>
        <p:nvCxnSpPr>
          <p:cNvPr id="56" name="Google Shape;56;p14"/>
          <p:cNvCxnSpPr/>
          <p:nvPr/>
        </p:nvCxnSpPr>
        <p:spPr>
          <a:xfrm xmlns:a="http://schemas.openxmlformats.org/drawingml/2006/main">
            <a:off x="805650" y="792575"/>
            <a:ext cx="754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Google Shape;57;p14"/>
          <p:cNvCxnSpPr/>
          <p:nvPr/>
        </p:nvCxnSpPr>
        <p:spPr>
          <a:xfrm xmlns:a="http://schemas.openxmlformats.org/drawingml/2006/main">
            <a:off x="805650" y="4521775"/>
            <a:ext cx="7547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99D28F4A-1BD4-44ED-8304-8058671CEA17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05651" y="582750"/>
            <a:ext cx="1743300" cy="12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A8BE3623-6C09-4E90-9CD0-BD94B9FEE56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679901" y="582750"/>
            <a:ext cx="1743300" cy="12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BA7BDFAB-FE83-41EA-815B-1B2C987CEB4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677976" y="582750"/>
            <a:ext cx="1743300" cy="12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E9B24323-76EF-4C65-A668-15CE00E35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5525" y="2323100"/>
            <a:ext cx="4838100" cy="14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matchingName="Cover 1">
  <p:cSld name="BLANK_1_3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63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478cf857754220">
            <a:alphaModFix amt="60000"/>
          </a:blip>
          <a:srcRect xmlns:a="http://schemas.openxmlformats.org/drawingml/2006/main" l="0" t="0" r="0" b="4816"/>
          <a:stretch xmlns:a="http://schemas.openxmlformats.org/drawingml/2006/main"/>
        </p:blipFill>
        <p:spPr>
          <a:xfrm xmlns:a="http://schemas.openxmlformats.org/drawingml/2006/main">
            <a:off x="277500" y="277500"/>
            <a:ext cx="8589000" cy="4599000"/>
          </a:xfrm>
          <a:prstGeom xmlns:a="http://schemas.openxmlformats.org/drawingml/2006/main" prst="roundRect">
            <a:avLst/>
          </a:prstGeom>
          <a:ln xmlns:a="http://schemas.openxmlformats.org/drawingml/2006/main">
            <a:noFill/>
          </a:ln>
        </p:spPr>
      </p:pic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3165C4E3-C7EB-49F7-93E2-5A3862644D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21004" y="4044275"/>
            <a:ext cx="5859300" cy="4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D7CF2663-91E8-4F54-BE45-5A66BC3BD79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805651" y="582750"/>
            <a:ext cx="1743300" cy="12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17950FF4-13E4-464A-B120-25B26DF0C84F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679901" y="582750"/>
            <a:ext cx="1743300" cy="12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359E3567-FF13-4EAD-B6DB-7BEA84E0C51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677976" y="582750"/>
            <a:ext cx="1743300" cy="12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00801EA0-044D-4780-91BA-F1662A34B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5525" y="2323100"/>
            <a:ext cx="4838100" cy="145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matchingName="Section header - Alt 2">
  <p:cSld name="BLANK_1_1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6">
            <a:extLst xmlns:a="http://schemas.openxmlformats.org/drawingml/2006/main">
              <a:ext uri="{FF2B5EF4-FFF2-40B4-BE49-F238E27FC236}">
                <a16:creationId xmlns:a16="http://schemas.microsoft.com/office/drawing/2014/main" id="{DBF5CD70-D54C-4F84-A709-CA79F29B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56" y="3751056"/>
            <a:ext cx="576000" cy="57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2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9DF94BBF-1EA0-4290-8581-4521DA03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58" y="3801258"/>
            <a:ext cx="475500" cy="47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B4A4F053-A14C-4EF0-ADC5-6AEB463A98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1325" y="3751025"/>
            <a:ext cx="576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cxnSp>
        <p:nvCxnSpPr>
          <p:cNvPr id="76" name="Google Shape;76;p16"/>
          <p:cNvCxnSpPr/>
          <p:nvPr/>
        </p:nvCxnSpPr>
        <p:spPr>
          <a:xfrm xmlns:a="http://schemas.openxmlformats.org/drawingml/2006/main" rot="10800000">
            <a:off x="1341900" y="4039025"/>
            <a:ext cx="10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CAA2139F-9879-4191-8012-8F94BECE77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F7F37368-B0C0-49BB-A570-FE51988EE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8475" y="3493075"/>
            <a:ext cx="5985300" cy="9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matchingName="Speakers">
  <p:cSld name="CUSTOM_23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17">
            <a:extLst xmlns:a="http://schemas.openxmlformats.org/drawingml/2006/main">
              <a:ext uri="{FF2B5EF4-FFF2-40B4-BE49-F238E27FC236}">
                <a16:creationId xmlns:a16="http://schemas.microsoft.com/office/drawing/2014/main" id="{33D77AB5-C708-40DA-9369-87272E0AC8A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77500" y="1963600"/>
            <a:ext cx="1333800" cy="1337100"/>
          </a:xfrm>
          <a:prstGeom xmlns:a="http://schemas.openxmlformats.org/drawingml/2006/main" prst="roundRect">
            <a:avLst>
              <a:gd name="adj" fmla="val 14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1" name="Google Shape;81;p17">
            <a:extLst xmlns:a="http://schemas.openxmlformats.org/drawingml/2006/main">
              <a:ext uri="{FF2B5EF4-FFF2-40B4-BE49-F238E27FC236}">
                <a16:creationId xmlns:a16="http://schemas.microsoft.com/office/drawing/2014/main" id="{BF1C230E-776B-4203-B1CA-74F156F3E3D2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728225" y="1963600"/>
            <a:ext cx="1333800" cy="1337100"/>
          </a:xfrm>
          <a:prstGeom xmlns:a="http://schemas.openxmlformats.org/drawingml/2006/main" prst="roundRect">
            <a:avLst>
              <a:gd name="adj" fmla="val 14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15BC2B07-C489-48F4-A708-5B49577EC939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179025" y="1963600"/>
            <a:ext cx="1333800" cy="1337100"/>
          </a:xfrm>
          <a:prstGeom xmlns:a="http://schemas.openxmlformats.org/drawingml/2006/main" prst="roundRect">
            <a:avLst>
              <a:gd name="adj" fmla="val 14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FBB16890-3B1D-431D-989C-8DC364F6B126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629825" y="1963600"/>
            <a:ext cx="1333800" cy="1337100"/>
          </a:xfrm>
          <a:prstGeom xmlns:a="http://schemas.openxmlformats.org/drawingml/2006/main" prst="roundRect">
            <a:avLst>
              <a:gd name="adj" fmla="val 14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0E3A0DF5-6CEE-4F30-BFDB-3411449CE3BC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6080625" y="1963600"/>
            <a:ext cx="1333800" cy="1337100"/>
          </a:xfrm>
          <a:prstGeom xmlns:a="http://schemas.openxmlformats.org/drawingml/2006/main" prst="roundRect">
            <a:avLst>
              <a:gd name="adj" fmla="val 14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F27FC606-47A8-43C4-9C8B-C4D477393E09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7531425" y="1963600"/>
            <a:ext cx="1333800" cy="1337100"/>
          </a:xfrm>
          <a:prstGeom xmlns:a="http://schemas.openxmlformats.org/drawingml/2006/main" prst="roundRect">
            <a:avLst>
              <a:gd name="adj" fmla="val 1427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8D57473B-EEDC-4FD8-8687-3C70457A49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1362DEF0-B14F-4D49-93AE-2EAC9C99F9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577275"/>
            <a:ext cx="7137000" cy="9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88" name="Google Shape;88;p17">
            <a:extLst xmlns:a="http://schemas.openxmlformats.org/drawingml/2006/main">
              <a:ext uri="{FF2B5EF4-FFF2-40B4-BE49-F238E27FC236}">
                <a16:creationId xmlns:a16="http://schemas.microsoft.com/office/drawing/2014/main" id="{74B3FAC4-A511-4E8F-90DA-7A652E059E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70644" y="4380300"/>
            <a:ext cx="1333800" cy="56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1pPr>
            <a:lvl2pPr marL="914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2pPr>
            <a:lvl3pPr marL="1371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3pPr>
            <a:lvl4pPr marL="1828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4pPr>
            <a:lvl5pPr marL="22860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5pPr>
            <a:lvl6pPr marL="2743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6pPr>
            <a:lvl7pPr marL="3200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7pPr>
            <a:lvl8pPr marL="3657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8pPr>
            <a:lvl9pPr marL="4114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89" name="Google Shape;89;p17">
            <a:extLst xmlns:a="http://schemas.openxmlformats.org/drawingml/2006/main">
              <a:ext uri="{FF2B5EF4-FFF2-40B4-BE49-F238E27FC236}">
                <a16:creationId xmlns:a16="http://schemas.microsoft.com/office/drawing/2014/main" id="{6D1FE1B0-A521-4FB5-A0B1-9A63D8319985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1821624" y="4380300"/>
            <a:ext cx="1333800" cy="56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1pPr>
            <a:lvl2pPr marL="914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2pPr>
            <a:lvl3pPr marL="1371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3pPr>
            <a:lvl4pPr marL="1828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4pPr>
            <a:lvl5pPr marL="22860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5pPr>
            <a:lvl6pPr marL="2743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6pPr>
            <a:lvl7pPr marL="3200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7pPr>
            <a:lvl8pPr marL="3657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8pPr>
            <a:lvl9pPr marL="4114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90" name="Google Shape;90;p17">
            <a:extLst xmlns:a="http://schemas.openxmlformats.org/drawingml/2006/main">
              <a:ext uri="{FF2B5EF4-FFF2-40B4-BE49-F238E27FC236}">
                <a16:creationId xmlns:a16="http://schemas.microsoft.com/office/drawing/2014/main" id="{82144DD2-EA88-4098-AF93-CEFF4E984A5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3272604" y="4380300"/>
            <a:ext cx="1333800" cy="56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1pPr>
            <a:lvl2pPr marL="914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2pPr>
            <a:lvl3pPr marL="1371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3pPr>
            <a:lvl4pPr marL="1828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4pPr>
            <a:lvl5pPr marL="22860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5pPr>
            <a:lvl6pPr marL="2743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6pPr>
            <a:lvl7pPr marL="3200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7pPr>
            <a:lvl8pPr marL="3657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8pPr>
            <a:lvl9pPr marL="4114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91" name="Google Shape;91;p17">
            <a:extLst xmlns:a="http://schemas.openxmlformats.org/drawingml/2006/main">
              <a:ext uri="{FF2B5EF4-FFF2-40B4-BE49-F238E27FC236}">
                <a16:creationId xmlns:a16="http://schemas.microsoft.com/office/drawing/2014/main" id="{EB015C8D-D175-40FD-8983-C4588F714D6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23584" y="4380300"/>
            <a:ext cx="1333800" cy="56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1pPr>
            <a:lvl2pPr marL="914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2pPr>
            <a:lvl3pPr marL="1371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3pPr>
            <a:lvl4pPr marL="1828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4pPr>
            <a:lvl5pPr marL="22860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5pPr>
            <a:lvl6pPr marL="2743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6pPr>
            <a:lvl7pPr marL="3200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7pPr>
            <a:lvl8pPr marL="3657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8pPr>
            <a:lvl9pPr marL="4114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92" name="Google Shape;92;p17">
            <a:extLst xmlns:a="http://schemas.openxmlformats.org/drawingml/2006/main">
              <a:ext uri="{FF2B5EF4-FFF2-40B4-BE49-F238E27FC236}">
                <a16:creationId xmlns:a16="http://schemas.microsoft.com/office/drawing/2014/main" id="{FAA2AF60-47AF-4C4B-8A7A-C53955DD2C5C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174564" y="4380300"/>
            <a:ext cx="1333800" cy="56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1pPr>
            <a:lvl2pPr marL="914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2pPr>
            <a:lvl3pPr marL="1371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3pPr>
            <a:lvl4pPr marL="1828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4pPr>
            <a:lvl5pPr marL="22860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5pPr>
            <a:lvl6pPr marL="2743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6pPr>
            <a:lvl7pPr marL="3200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7pPr>
            <a:lvl8pPr marL="3657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8pPr>
            <a:lvl9pPr marL="4114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93" name="Google Shape;93;p17">
            <a:extLst xmlns:a="http://schemas.openxmlformats.org/drawingml/2006/main">
              <a:ext uri="{FF2B5EF4-FFF2-40B4-BE49-F238E27FC236}">
                <a16:creationId xmlns:a16="http://schemas.microsoft.com/office/drawing/2014/main" id="{5991904D-DD54-486E-A0F6-DA2C9624E82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625544" y="4380300"/>
            <a:ext cx="1333800" cy="56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1pPr>
            <a:lvl2pPr marL="914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2pPr>
            <a:lvl3pPr marL="1371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3pPr>
            <a:lvl4pPr marL="1828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4pPr>
            <a:lvl5pPr marL="22860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5pPr>
            <a:lvl6pPr marL="27432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6pPr>
            <a:lvl7pPr marL="32004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7pPr>
            <a:lvl8pPr marL="36576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800"/>
            </a:lvl8pPr>
            <a:lvl9pPr marL="411480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800"/>
            </a:lvl9pPr>
          </a:lstStyle>
          <a:p xmlns:a="http://schemas.openxmlformats.org/drawingml/2006/main"/>
        </p:txBody>
      </p:sp>
      <p:sp>
        <p:nvSpPr>
          <p:cNvPr id="94" name="Google Shape;94;p17">
            <a:extLst xmlns:a="http://schemas.openxmlformats.org/drawingml/2006/main">
              <a:ext uri="{FF2B5EF4-FFF2-40B4-BE49-F238E27FC236}">
                <a16:creationId xmlns:a16="http://schemas.microsoft.com/office/drawing/2014/main" id="{9C026A37-61B9-4DA2-A0A1-FF92B324BF87}"/>
              </a:ext>
            </a:extLst>
          </p:cNvPr>
          <p:cNvSpPr>
            <a:spLocks xmlns:a="http://schemas.openxmlformats.org/drawingml/2006/main" noGrp="1"/>
          </p:cNvSpPr>
          <p:nvPr>
            <p:ph type="subTitle" idx="16"/>
          </p:nvPr>
        </p:nvSpPr>
        <p:spPr>
          <a:xfrm xmlns:a="http://schemas.openxmlformats.org/drawingml/2006/main">
            <a:off x="370650" y="3810800"/>
            <a:ext cx="1248000" cy="53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95" name="Google Shape;95;p17">
            <a:extLst xmlns:a="http://schemas.openxmlformats.org/drawingml/2006/main">
              <a:ext uri="{FF2B5EF4-FFF2-40B4-BE49-F238E27FC236}">
                <a16:creationId xmlns:a16="http://schemas.microsoft.com/office/drawing/2014/main" id="{CD7F5F99-E53C-476B-95AB-381C7F6E4EAA}"/>
              </a:ext>
            </a:extLst>
          </p:cNvPr>
          <p:cNvSpPr>
            <a:spLocks xmlns:a="http://schemas.openxmlformats.org/drawingml/2006/main" noGrp="1"/>
          </p:cNvSpPr>
          <p:nvPr>
            <p:ph type="subTitle" idx="17"/>
          </p:nvPr>
        </p:nvSpPr>
        <p:spPr>
          <a:xfrm xmlns:a="http://schemas.openxmlformats.org/drawingml/2006/main">
            <a:off x="1821493" y="3810800"/>
            <a:ext cx="1248000" cy="53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96" name="Google Shape;96;p17">
            <a:extLst xmlns:a="http://schemas.openxmlformats.org/drawingml/2006/main">
              <a:ext uri="{FF2B5EF4-FFF2-40B4-BE49-F238E27FC236}">
                <a16:creationId xmlns:a16="http://schemas.microsoft.com/office/drawing/2014/main" id="{F87D88E5-926E-49DA-A25F-453E375B5DFC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272343" y="3810800"/>
            <a:ext cx="1248000" cy="53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97" name="Google Shape;97;p17">
            <a:extLst xmlns:a="http://schemas.openxmlformats.org/drawingml/2006/main">
              <a:ext uri="{FF2B5EF4-FFF2-40B4-BE49-F238E27FC236}">
                <a16:creationId xmlns:a16="http://schemas.microsoft.com/office/drawing/2014/main" id="{71969E44-E7CE-4ECD-B0B3-A19F9489CACB}"/>
              </a:ext>
            </a:extLst>
          </p:cNvPr>
          <p:cNvSpPr>
            <a:spLocks xmlns:a="http://schemas.openxmlformats.org/drawingml/2006/main" noGrp="1"/>
          </p:cNvSpPr>
          <p:nvPr>
            <p:ph type="subTitle" idx="19"/>
          </p:nvPr>
        </p:nvSpPr>
        <p:spPr>
          <a:xfrm xmlns:a="http://schemas.openxmlformats.org/drawingml/2006/main">
            <a:off x="4723193" y="3810800"/>
            <a:ext cx="1248000" cy="53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98" name="Google Shape;98;p17">
            <a:extLst xmlns:a="http://schemas.openxmlformats.org/drawingml/2006/main">
              <a:ext uri="{FF2B5EF4-FFF2-40B4-BE49-F238E27FC236}">
                <a16:creationId xmlns:a16="http://schemas.microsoft.com/office/drawing/2014/main" id="{4B7F4B4E-E7DC-448A-814F-511E2EDBD767}"/>
              </a:ext>
            </a:extLst>
          </p:cNvPr>
          <p:cNvSpPr>
            <a:spLocks xmlns:a="http://schemas.openxmlformats.org/drawingml/2006/main" noGrp="1"/>
          </p:cNvSpPr>
          <p:nvPr>
            <p:ph type="subTitle" idx="20"/>
          </p:nvPr>
        </p:nvSpPr>
        <p:spPr>
          <a:xfrm xmlns:a="http://schemas.openxmlformats.org/drawingml/2006/main">
            <a:off x="6174375" y="3810800"/>
            <a:ext cx="1248000" cy="53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99" name="Google Shape;99;p17">
            <a:extLst xmlns:a="http://schemas.openxmlformats.org/drawingml/2006/main">
              <a:ext uri="{FF2B5EF4-FFF2-40B4-BE49-F238E27FC236}">
                <a16:creationId xmlns:a16="http://schemas.microsoft.com/office/drawing/2014/main" id="{70AEB4CB-6924-49FA-A8EA-B311A6271C43}"/>
              </a:ext>
            </a:extLst>
          </p:cNvPr>
          <p:cNvSpPr>
            <a:spLocks xmlns:a="http://schemas.openxmlformats.org/drawingml/2006/main" noGrp="1"/>
          </p:cNvSpPr>
          <p:nvPr>
            <p:ph type="subTitle" idx="21"/>
          </p:nvPr>
        </p:nvSpPr>
        <p:spPr>
          <a:xfrm xmlns:a="http://schemas.openxmlformats.org/drawingml/2006/main">
            <a:off x="7625550" y="3810800"/>
            <a:ext cx="1248000" cy="53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00" name="Google Shape;100;p17">
            <a:extLst xmlns:a="http://schemas.openxmlformats.org/drawingml/2006/main">
              <a:ext uri="{FF2B5EF4-FFF2-40B4-BE49-F238E27FC236}">
                <a16:creationId xmlns:a16="http://schemas.microsoft.com/office/drawing/2014/main" id="{8DECB08C-0B06-4650-9709-C5588925835A}"/>
              </a:ext>
            </a:extLst>
          </p:cNvPr>
          <p:cNvSpPr>
            <a:spLocks xmlns:a="http://schemas.openxmlformats.org/drawingml/2006/main" noGrp="1"/>
          </p:cNvSpPr>
          <p:nvPr>
            <p:ph type="subTitle" idx="22"/>
          </p:nvPr>
        </p:nvSpPr>
        <p:spPr>
          <a:xfrm xmlns:a="http://schemas.openxmlformats.org/drawingml/2006/main">
            <a:off x="277500" y="291038"/>
            <a:ext cx="1743300" cy="12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01" name="Google Shape;101;p17">
            <a:extLst xmlns:a="http://schemas.openxmlformats.org/drawingml/2006/main">
              <a:ext uri="{FF2B5EF4-FFF2-40B4-BE49-F238E27FC236}">
                <a16:creationId xmlns:a16="http://schemas.microsoft.com/office/drawing/2014/main" id="{922BEB89-09F8-4845-9410-D27249D67ADF}"/>
              </a:ext>
            </a:extLst>
          </p:cNvPr>
          <p:cNvSpPr>
            <a:spLocks xmlns:a="http://schemas.openxmlformats.org/drawingml/2006/main" noGrp="1"/>
          </p:cNvSpPr>
          <p:nvPr>
            <p:ph type="subTitle" idx="23"/>
          </p:nvPr>
        </p:nvSpPr>
        <p:spPr>
          <a:xfrm xmlns:a="http://schemas.openxmlformats.org/drawingml/2006/main">
            <a:off x="7151050" y="290218"/>
            <a:ext cx="1715400" cy="12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matchingName="Five cards">
  <p:cSld name="CUSTOM_24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8">
            <a:extLst xmlns:a="http://schemas.openxmlformats.org/drawingml/2006/main">
              <a:ext uri="{FF2B5EF4-FFF2-40B4-BE49-F238E27FC236}">
                <a16:creationId xmlns:a16="http://schemas.microsoft.com/office/drawing/2014/main" id="{FF84A25B-61EE-4FD0-8329-4A23C32636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7936" y="2908400"/>
            <a:ext cx="1337400" cy="39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04" name="Google Shape;104;p18">
            <a:extLst xmlns:a="http://schemas.openxmlformats.org/drawingml/2006/main">
              <a:ext uri="{FF2B5EF4-FFF2-40B4-BE49-F238E27FC236}">
                <a16:creationId xmlns:a16="http://schemas.microsoft.com/office/drawing/2014/main" id="{CABF7DD8-C6A6-4F51-BC0B-55F392B684F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167325" y="2908400"/>
            <a:ext cx="1337400" cy="39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05" name="Google Shape;105;p18">
            <a:extLst xmlns:a="http://schemas.openxmlformats.org/drawingml/2006/main">
              <a:ext uri="{FF2B5EF4-FFF2-40B4-BE49-F238E27FC236}">
                <a16:creationId xmlns:a16="http://schemas.microsoft.com/office/drawing/2014/main" id="{731DD067-009B-4125-93F1-E479774A4B19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905470" y="2908400"/>
            <a:ext cx="1337400" cy="39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06" name="Google Shape;106;p18">
            <a:extLst xmlns:a="http://schemas.openxmlformats.org/drawingml/2006/main">
              <a:ext uri="{FF2B5EF4-FFF2-40B4-BE49-F238E27FC236}">
                <a16:creationId xmlns:a16="http://schemas.microsoft.com/office/drawing/2014/main" id="{634275D5-60CC-403D-9401-60A7447F15A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652384" y="2908400"/>
            <a:ext cx="1337400" cy="39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07" name="Google Shape;107;p18">
            <a:extLst xmlns:a="http://schemas.openxmlformats.org/drawingml/2006/main">
              <a:ext uri="{FF2B5EF4-FFF2-40B4-BE49-F238E27FC236}">
                <a16:creationId xmlns:a16="http://schemas.microsoft.com/office/drawing/2014/main" id="{5C8D4AB8-AABB-4D17-8A28-BC1398B14BC4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392630" y="2908400"/>
            <a:ext cx="1337400" cy="39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08" name="Google Shape;108;p18">
            <a:extLst xmlns:a="http://schemas.openxmlformats.org/drawingml/2006/main">
              <a:ext uri="{FF2B5EF4-FFF2-40B4-BE49-F238E27FC236}">
                <a16:creationId xmlns:a16="http://schemas.microsoft.com/office/drawing/2014/main" id="{B82A12B0-D486-4976-B78F-1DEBAFDA8C5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417811" y="3433000"/>
            <a:ext cx="1337400" cy="117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09" name="Google Shape;109;p18">
            <a:extLst xmlns:a="http://schemas.openxmlformats.org/drawingml/2006/main">
              <a:ext uri="{FF2B5EF4-FFF2-40B4-BE49-F238E27FC236}">
                <a16:creationId xmlns:a16="http://schemas.microsoft.com/office/drawing/2014/main" id="{2B0E6BFB-6B9C-4479-983D-F288F824D099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2167325" y="3433000"/>
            <a:ext cx="1337400" cy="117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10" name="Google Shape;110;p18">
            <a:extLst xmlns:a="http://schemas.openxmlformats.org/drawingml/2006/main">
              <a:ext uri="{FF2B5EF4-FFF2-40B4-BE49-F238E27FC236}">
                <a16:creationId xmlns:a16="http://schemas.microsoft.com/office/drawing/2014/main" id="{E4C4B17A-7EC6-4BC0-A26C-22E1FCB1FB3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3903300" y="3433000"/>
            <a:ext cx="1337400" cy="117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11" name="Google Shape;111;p18">
            <a:extLst xmlns:a="http://schemas.openxmlformats.org/drawingml/2006/main">
              <a:ext uri="{FF2B5EF4-FFF2-40B4-BE49-F238E27FC236}">
                <a16:creationId xmlns:a16="http://schemas.microsoft.com/office/drawing/2014/main" id="{77B4646D-8D7D-4780-8A78-6A6604B96B6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5648625" y="3433000"/>
            <a:ext cx="1337400" cy="117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12" name="Google Shape;112;p18">
            <a:extLst xmlns:a="http://schemas.openxmlformats.org/drawingml/2006/main">
              <a:ext uri="{FF2B5EF4-FFF2-40B4-BE49-F238E27FC236}">
                <a16:creationId xmlns:a16="http://schemas.microsoft.com/office/drawing/2014/main" id="{5646A860-A6F7-45C4-A55C-C505CF5788E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385291" y="3433000"/>
            <a:ext cx="1337400" cy="117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lvl1pPr marL="45720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13" name="Google Shape;113;p18">
            <a:extLst xmlns:a="http://schemas.openxmlformats.org/drawingml/2006/main">
              <a:ext uri="{FF2B5EF4-FFF2-40B4-BE49-F238E27FC236}">
                <a16:creationId xmlns:a16="http://schemas.microsoft.com/office/drawing/2014/main" id="{08644799-D4C8-4DB0-9A7B-E8A8B1FCFD03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14" name="Google Shape;114;p18">
            <a:extLst xmlns:a="http://schemas.openxmlformats.org/drawingml/2006/main">
              <a:ext uri="{FF2B5EF4-FFF2-40B4-BE49-F238E27FC236}">
                <a16:creationId xmlns:a16="http://schemas.microsoft.com/office/drawing/2014/main" id="{A7D0D526-D7CA-483D-98B9-47A5C170DB72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15" name="Google Shape;115;p18">
            <a:extLst xmlns:a="http://schemas.openxmlformats.org/drawingml/2006/main">
              <a:ext uri="{FF2B5EF4-FFF2-40B4-BE49-F238E27FC236}">
                <a16:creationId xmlns:a16="http://schemas.microsoft.com/office/drawing/2014/main" id="{2A64E1CD-89B9-4266-9C0F-D8D9B84DC0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416250"/>
            <a:ext cx="8589000" cy="88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9pPr>
          </a:lstStyle>
          <a:p xmlns:a="http://schemas.openxmlformats.org/drawingml/2006/main"/>
        </p:txBody>
      </p:sp>
      <p:sp>
        <p:nvSpPr>
          <p:cNvPr id="116" name="Google Shape;116;p18">
            <a:extLst xmlns:a="http://schemas.openxmlformats.org/drawingml/2006/main">
              <a:ext uri="{FF2B5EF4-FFF2-40B4-BE49-F238E27FC236}">
                <a16:creationId xmlns:a16="http://schemas.microsoft.com/office/drawing/2014/main" id="{AEE75E6B-DE31-48D7-85A0-BD286F00E1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image - Alt 1">
  <p:cSld name="CUSTOM_25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9">
            <a:extLst xmlns:a="http://schemas.openxmlformats.org/drawingml/2006/main">
              <a:ext uri="{FF2B5EF4-FFF2-40B4-BE49-F238E27FC236}">
                <a16:creationId xmlns:a16="http://schemas.microsoft.com/office/drawing/2014/main" id="{FAF68C8E-8BB9-4915-9C9B-EEFBE9B9872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9" name="Google Shape;119;p19">
            <a:extLst xmlns:a="http://schemas.openxmlformats.org/drawingml/2006/main">
              <a:ext uri="{FF2B5EF4-FFF2-40B4-BE49-F238E27FC236}">
                <a16:creationId xmlns:a16="http://schemas.microsoft.com/office/drawing/2014/main" id="{4F8FEE95-D3EE-4064-A69A-A0D393FB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00" y="277500"/>
            <a:ext cx="8589000" cy="102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0" name="Google Shape;120;p19">
            <a:extLst xmlns:a="http://schemas.openxmlformats.org/drawingml/2006/main">
              <a:ext uri="{FF2B5EF4-FFF2-40B4-BE49-F238E27FC236}">
                <a16:creationId xmlns:a16="http://schemas.microsoft.com/office/drawing/2014/main" id="{1BA27094-3353-4614-975E-93FA6C91A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416250"/>
            <a:ext cx="8589000" cy="88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9pPr>
          </a:lstStyle>
          <a:p xmlns:a="http://schemas.openxmlformats.org/drawingml/2006/main"/>
        </p:txBody>
      </p:sp>
      <p:sp>
        <p:nvSpPr>
          <p:cNvPr id="121" name="Google Shape;121;p19">
            <a:extLst xmlns:a="http://schemas.openxmlformats.org/drawingml/2006/main">
              <a:ext uri="{FF2B5EF4-FFF2-40B4-BE49-F238E27FC236}">
                <a16:creationId xmlns:a16="http://schemas.microsoft.com/office/drawing/2014/main" id="{5F900DCA-446D-4B68-9842-2C96701E80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22" name="Google Shape;122;p19">
            <a:extLst xmlns:a="http://schemas.openxmlformats.org/drawingml/2006/main">
              <a:ext uri="{FF2B5EF4-FFF2-40B4-BE49-F238E27FC236}">
                <a16:creationId xmlns:a16="http://schemas.microsoft.com/office/drawing/2014/main" id="{C17C5EB2-FE9D-45C5-BD86-D7BA4D99CC7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23" name="Google Shape;123;p19">
            <a:extLst xmlns:a="http://schemas.openxmlformats.org/drawingml/2006/main">
              <a:ext uri="{FF2B5EF4-FFF2-40B4-BE49-F238E27FC236}">
                <a16:creationId xmlns:a16="http://schemas.microsoft.com/office/drawing/2014/main" id="{2E995A33-64AD-4287-9FAB-8CA5AB4E67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Image + 4 steps - Alt 1">
  <p:cSld name="CUSTOM_25_1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20">
            <a:extLst xmlns:a="http://schemas.openxmlformats.org/drawingml/2006/main">
              <a:ext uri="{FF2B5EF4-FFF2-40B4-BE49-F238E27FC236}">
                <a16:creationId xmlns:a16="http://schemas.microsoft.com/office/drawing/2014/main" id="{1E0D5987-E3EE-4DA1-A030-FCCF2941E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69400" y="138075"/>
            <a:ext cx="5217000" cy="88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</a:defRPr>
            </a:lvl9pPr>
          </a:lstStyle>
          <a:p xmlns:a="http://schemas.openxmlformats.org/drawingml/2006/main"/>
        </p:txBody>
      </p:sp>
      <p:sp>
        <p:nvSpPr>
          <p:cNvPr id="126" name="Google Shape;126;p20">
            <a:extLst xmlns:a="http://schemas.openxmlformats.org/drawingml/2006/main">
              <a:ext uri="{FF2B5EF4-FFF2-40B4-BE49-F238E27FC236}">
                <a16:creationId xmlns:a16="http://schemas.microsoft.com/office/drawing/2014/main" id="{F2013885-2655-4CDE-9C13-0A0804FD88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27" name="Google Shape;127;p20">
            <a:extLst xmlns:a="http://schemas.openxmlformats.org/drawingml/2006/main">
              <a:ext uri="{FF2B5EF4-FFF2-40B4-BE49-F238E27FC236}">
                <a16:creationId xmlns:a16="http://schemas.microsoft.com/office/drawing/2014/main" id="{C4503458-342D-43CA-BC12-F49F7D293C9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28" name="Google Shape;128;p20">
            <a:extLst xmlns:a="http://schemas.openxmlformats.org/drawingml/2006/main">
              <a:ext uri="{FF2B5EF4-FFF2-40B4-BE49-F238E27FC236}">
                <a16:creationId xmlns:a16="http://schemas.microsoft.com/office/drawing/2014/main" id="{5FEE8D18-422D-4315-BCBA-29512CF884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29" name="Google Shape;129;p20">
            <a:extLst xmlns:a="http://schemas.openxmlformats.org/drawingml/2006/main">
              <a:ext uri="{FF2B5EF4-FFF2-40B4-BE49-F238E27FC236}">
                <a16:creationId xmlns:a16="http://schemas.microsoft.com/office/drawing/2014/main" id="{E46B10E2-F2C4-42BB-B931-5425256284C3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766700" y="873150"/>
            <a:ext cx="1621800" cy="3549600"/>
          </a:xfrm>
          <a:prstGeom xmlns:a="http://schemas.openxmlformats.org/drawingml/2006/main" prst="roundRect">
            <a:avLst>
              <a:gd name="adj" fmla="val 10482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0" name="Google Shape;130;p20">
            <a:extLst xmlns:a="http://schemas.openxmlformats.org/drawingml/2006/main">
              <a:ext uri="{FF2B5EF4-FFF2-40B4-BE49-F238E27FC236}">
                <a16:creationId xmlns:a16="http://schemas.microsoft.com/office/drawing/2014/main" id="{A15EF5F9-6149-407E-A500-6D8A97332794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289100" y="1324475"/>
            <a:ext cx="1563300" cy="2531100"/>
          </a:xfrm>
          <a:prstGeom xmlns:a="http://schemas.openxmlformats.org/drawingml/2006/main" prst="roundRect">
            <a:avLst>
              <a:gd name="adj" fmla="val 1194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1E640814-B4FF-4E97-AC35-8A9C099906AC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1969400" y="1142650"/>
            <a:ext cx="1563300" cy="2531100"/>
          </a:xfrm>
          <a:prstGeom xmlns:a="http://schemas.openxmlformats.org/drawingml/2006/main" prst="roundRect">
            <a:avLst>
              <a:gd name="adj" fmla="val 1194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A2814B54-2BB2-4A7E-8FF0-09F9EA8A3C36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5623125" y="1142650"/>
            <a:ext cx="1563300" cy="2531100"/>
          </a:xfrm>
          <a:prstGeom xmlns:a="http://schemas.openxmlformats.org/drawingml/2006/main" prst="roundRect">
            <a:avLst>
              <a:gd name="adj" fmla="val 1194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DC725F46-BB13-4977-8B82-EF556F452D64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7304050" y="1324475"/>
            <a:ext cx="1563300" cy="2531100"/>
          </a:xfrm>
          <a:prstGeom xmlns:a="http://schemas.openxmlformats.org/drawingml/2006/main" prst="roundRect">
            <a:avLst>
              <a:gd name="adj" fmla="val 1194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07716E11-3158-4AA0-89E1-63A4D04C01E5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78475" y="4261299"/>
            <a:ext cx="1563300" cy="20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286DBB28-9305-4648-B2E0-810551EB527B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378476" y="4562900"/>
            <a:ext cx="1473900" cy="29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36" name="Google Shape;136;p20">
            <a:extLst xmlns:a="http://schemas.openxmlformats.org/drawingml/2006/main">
              <a:ext uri="{FF2B5EF4-FFF2-40B4-BE49-F238E27FC236}">
                <a16:creationId xmlns:a16="http://schemas.microsoft.com/office/drawing/2014/main" id="{EC42CB55-D301-4B48-AE55-ABED60F0A651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2057625" y="4074126"/>
            <a:ext cx="1563300" cy="20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37" name="Google Shape;137;p20">
            <a:extLst xmlns:a="http://schemas.openxmlformats.org/drawingml/2006/main">
              <a:ext uri="{FF2B5EF4-FFF2-40B4-BE49-F238E27FC236}">
                <a16:creationId xmlns:a16="http://schemas.microsoft.com/office/drawing/2014/main" id="{718C2BBC-A34F-4000-A49E-4C2CA4EA8560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2057625" y="4375725"/>
            <a:ext cx="1473900" cy="29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38" name="Google Shape;138;p20">
            <a:extLst xmlns:a="http://schemas.openxmlformats.org/drawingml/2006/main">
              <a:ext uri="{FF2B5EF4-FFF2-40B4-BE49-F238E27FC236}">
                <a16:creationId xmlns:a16="http://schemas.microsoft.com/office/drawing/2014/main" id="{513D9A6B-640B-4B51-9F54-A5C47F60C63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712200" y="4074126"/>
            <a:ext cx="15633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39" name="Google Shape;139;p20">
            <a:extLst xmlns:a="http://schemas.openxmlformats.org/drawingml/2006/main">
              <a:ext uri="{FF2B5EF4-FFF2-40B4-BE49-F238E27FC236}">
                <a16:creationId xmlns:a16="http://schemas.microsoft.com/office/drawing/2014/main" id="{3D98259B-51B6-433E-992B-944FCFDBA155}"/>
              </a:ext>
            </a:extLst>
          </p:cNvPr>
          <p:cNvSpPr>
            <a:spLocks xmlns:a="http://schemas.openxmlformats.org/drawingml/2006/main" noGrp="1"/>
          </p:cNvSpPr>
          <p:nvPr>
            <p:ph type="subTitle" idx="16"/>
          </p:nvPr>
        </p:nvSpPr>
        <p:spPr>
          <a:xfrm xmlns:a="http://schemas.openxmlformats.org/drawingml/2006/main">
            <a:off x="5712200" y="4375725"/>
            <a:ext cx="1473900" cy="29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40" name="Google Shape;140;p20">
            <a:extLst xmlns:a="http://schemas.openxmlformats.org/drawingml/2006/main">
              <a:ext uri="{FF2B5EF4-FFF2-40B4-BE49-F238E27FC236}">
                <a16:creationId xmlns:a16="http://schemas.microsoft.com/office/drawing/2014/main" id="{7316C1DA-63CB-4478-AEA0-8A669C5F3C5F}"/>
              </a:ext>
            </a:extLst>
          </p:cNvPr>
          <p:cNvSpPr>
            <a:spLocks xmlns:a="http://schemas.openxmlformats.org/drawingml/2006/main" noGrp="1"/>
          </p:cNvSpPr>
          <p:nvPr>
            <p:ph type="subTitle" idx="17"/>
          </p:nvPr>
        </p:nvSpPr>
        <p:spPr>
          <a:xfrm xmlns:a="http://schemas.openxmlformats.org/drawingml/2006/main">
            <a:off x="7395575" y="4261301"/>
            <a:ext cx="15633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41" name="Google Shape;141;p20">
            <a:extLst xmlns:a="http://schemas.openxmlformats.org/drawingml/2006/main">
              <a:ext uri="{FF2B5EF4-FFF2-40B4-BE49-F238E27FC236}">
                <a16:creationId xmlns:a16="http://schemas.microsoft.com/office/drawing/2014/main" id="{22A30D5B-EDBD-475D-BAE1-E531A492053A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7395575" y="4562900"/>
            <a:ext cx="1504200" cy="29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matchingName="Title only - Alt 1">
  <p:cSld name="CUSTOM_21_1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1">
            <a:extLst xmlns:a="http://schemas.openxmlformats.org/drawingml/2006/main">
              <a:ext uri="{FF2B5EF4-FFF2-40B4-BE49-F238E27FC236}">
                <a16:creationId xmlns:a16="http://schemas.microsoft.com/office/drawing/2014/main" id="{39AE8D1E-E266-447F-A4A1-4A7D971167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416250"/>
            <a:ext cx="8589000" cy="88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9pPr>
          </a:lstStyle>
          <a:p xmlns:a="http://schemas.openxmlformats.org/drawingml/2006/main"/>
        </p:txBody>
      </p:sp>
      <p:sp>
        <p:nvSpPr>
          <p:cNvPr id="144" name="Google Shape;144;p21">
            <a:extLst xmlns:a="http://schemas.openxmlformats.org/drawingml/2006/main">
              <a:ext uri="{FF2B5EF4-FFF2-40B4-BE49-F238E27FC236}">
                <a16:creationId xmlns:a16="http://schemas.microsoft.com/office/drawing/2014/main" id="{124845CD-0F9C-4C06-9115-5527758C33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45" name="Google Shape;145;p21">
            <a:extLst xmlns:a="http://schemas.openxmlformats.org/drawingml/2006/main">
              <a:ext uri="{FF2B5EF4-FFF2-40B4-BE49-F238E27FC236}">
                <a16:creationId xmlns:a16="http://schemas.microsoft.com/office/drawing/2014/main" id="{9765A684-2BE3-4819-A7B6-82D13D64B36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46" name="Google Shape;146;p21">
            <a:extLst xmlns:a="http://schemas.openxmlformats.org/drawingml/2006/main">
              <a:ext uri="{FF2B5EF4-FFF2-40B4-BE49-F238E27FC236}">
                <a16:creationId xmlns:a16="http://schemas.microsoft.com/office/drawing/2014/main" id="{9A55C858-924A-4C3C-868B-3FEFFC307A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Custom main point">
  <p:cSld name="BLANK_1_1_1_1_1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48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f8122c273240dd">
            <a:alphaModFix amt="10000"/>
          </a:blip>
          <a:srcRect xmlns:a="http://schemas.openxmlformats.org/drawingml/2006/main" l="1068" t="592" r="20" b="720"/>
          <a:stretch xmlns:a="http://schemas.openxmlformats.org/drawingml/2006/main"/>
        </p:blipFill>
        <p:spPr>
          <a:xfrm xmlns:a="http://schemas.openxmlformats.org/drawingml/2006/main">
            <a:off x="277425" y="277650"/>
            <a:ext cx="8588100" cy="4582500"/>
          </a:xfrm>
          <a:prstGeom xmlns:a="http://schemas.openxmlformats.org/drawingml/2006/main" prst="roundRect">
            <a:avLst/>
          </a:prstGeom>
          <a:ln xmlns:a="http://schemas.openxmlformats.org/drawingml/2006/main">
            <a:noFill/>
          </a:ln>
        </p:spPr>
      </p:pic>
      <p:sp>
        <p:nvSpPr>
          <p:cNvPr id="149" name="Google Shape;149;p22">
            <a:extLst xmlns:a="http://schemas.openxmlformats.org/drawingml/2006/main">
              <a:ext uri="{FF2B5EF4-FFF2-40B4-BE49-F238E27FC236}">
                <a16:creationId xmlns:a16="http://schemas.microsoft.com/office/drawing/2014/main" id="{F7E56440-3D98-4B13-A28A-44EE959AC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375" y="2731850"/>
            <a:ext cx="4034400" cy="174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150" name="Google Shape;150;p22">
            <a:extLst xmlns:a="http://schemas.openxmlformats.org/drawingml/2006/main">
              <a:ext uri="{FF2B5EF4-FFF2-40B4-BE49-F238E27FC236}">
                <a16:creationId xmlns:a16="http://schemas.microsoft.com/office/drawing/2014/main" id="{36F23A2A-9EC4-438A-8BE1-CC54E99D01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Agenda - Alt 1">
  <p:cSld name="BLANK_1_1_1_1_1_1_1_1_1_1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23">
            <a:extLst xmlns:a="http://schemas.openxmlformats.org/drawingml/2006/main">
              <a:ext uri="{FF2B5EF4-FFF2-40B4-BE49-F238E27FC236}">
                <a16:creationId xmlns:a16="http://schemas.microsoft.com/office/drawing/2014/main" id="{CE4DD839-5782-4DD0-8EBC-A0490CD218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539825" y="3178291"/>
            <a:ext cx="4325700" cy="4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53" name="Google Shape;153;p23">
            <a:extLst xmlns:a="http://schemas.openxmlformats.org/drawingml/2006/main">
              <a:ext uri="{FF2B5EF4-FFF2-40B4-BE49-F238E27FC236}">
                <a16:creationId xmlns:a16="http://schemas.microsoft.com/office/drawing/2014/main" id="{F7770C2D-D383-425C-8198-AF249DA9638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39825" y="3792808"/>
            <a:ext cx="4325700" cy="4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54" name="Google Shape;154;p23">
            <a:extLst xmlns:a="http://schemas.openxmlformats.org/drawingml/2006/main">
              <a:ext uri="{FF2B5EF4-FFF2-40B4-BE49-F238E27FC236}">
                <a16:creationId xmlns:a16="http://schemas.microsoft.com/office/drawing/2014/main" id="{0798D034-3A18-4A24-BD00-2D3F95A6B77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539825" y="4407325"/>
            <a:ext cx="4325700" cy="45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55" name="Google Shape;155;p23">
            <a:extLst xmlns:a="http://schemas.openxmlformats.org/drawingml/2006/main">
              <a:ext uri="{FF2B5EF4-FFF2-40B4-BE49-F238E27FC236}">
                <a16:creationId xmlns:a16="http://schemas.microsoft.com/office/drawing/2014/main" id="{60FCE9F4-E161-4326-BF21-3D07975AC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425" y="2056225"/>
            <a:ext cx="3541500" cy="28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156" name="Google Shape;156;p23">
            <a:extLst xmlns:a="http://schemas.openxmlformats.org/drawingml/2006/main">
              <a:ext uri="{FF2B5EF4-FFF2-40B4-BE49-F238E27FC236}">
                <a16:creationId xmlns:a16="http://schemas.microsoft.com/office/drawing/2014/main" id="{D2EF5AE9-64EF-4A88-98A2-846D17669ED8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57" name="Google Shape;157;p23">
            <a:extLst xmlns:a="http://schemas.openxmlformats.org/drawingml/2006/main">
              <a:ext uri="{FF2B5EF4-FFF2-40B4-BE49-F238E27FC236}">
                <a16:creationId xmlns:a16="http://schemas.microsoft.com/office/drawing/2014/main" id="{CFC2CA22-D8D6-46E2-A43C-74611F0F41D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58" name="Google Shape;158;p23">
            <a:extLst xmlns:a="http://schemas.openxmlformats.org/drawingml/2006/main">
              <a:ext uri="{FF2B5EF4-FFF2-40B4-BE49-F238E27FC236}">
                <a16:creationId xmlns:a16="http://schemas.microsoft.com/office/drawing/2014/main" id="{BF69C64B-8578-4581-B385-CD009C3A1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Title, body and image - Alt 1">
  <p:cSld name="CUSTOM_1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Google Shape;160;p24">
            <a:extLst xmlns:a="http://schemas.openxmlformats.org/drawingml/2006/main">
              <a:ext uri="{FF2B5EF4-FFF2-40B4-BE49-F238E27FC236}">
                <a16:creationId xmlns:a16="http://schemas.microsoft.com/office/drawing/2014/main" id="{2D51836D-4131-4CCA-A12C-661D66F2CF3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480825" y="734600"/>
            <a:ext cx="1383900" cy="1660200"/>
          </a:xfrm>
          <a:prstGeom xmlns:a="http://schemas.openxmlformats.org/drawingml/2006/main" prst="roundRect">
            <a:avLst>
              <a:gd name="adj" fmla="val 1164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61" name="Google Shape;161;p24">
            <a:extLst xmlns:a="http://schemas.openxmlformats.org/drawingml/2006/main">
              <a:ext uri="{FF2B5EF4-FFF2-40B4-BE49-F238E27FC236}">
                <a16:creationId xmlns:a16="http://schemas.microsoft.com/office/drawing/2014/main" id="{55F90E84-320B-471A-8DB6-C4E912D1A219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7480825" y="2521175"/>
            <a:ext cx="1383900" cy="1879200"/>
          </a:xfrm>
          <a:prstGeom xmlns:a="http://schemas.openxmlformats.org/drawingml/2006/main" prst="roundRect">
            <a:avLst>
              <a:gd name="adj" fmla="val 1164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62" name="Google Shape;162;p24">
            <a:extLst xmlns:a="http://schemas.openxmlformats.org/drawingml/2006/main">
              <a:ext uri="{FF2B5EF4-FFF2-40B4-BE49-F238E27FC236}">
                <a16:creationId xmlns:a16="http://schemas.microsoft.com/office/drawing/2014/main" id="{7B1439F2-D0F6-4150-BDA1-4EADF83B0B29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665550" y="850900"/>
            <a:ext cx="2589300" cy="3433200"/>
          </a:xfrm>
          <a:prstGeom xmlns:a="http://schemas.openxmlformats.org/drawingml/2006/main" prst="roundRect">
            <a:avLst>
              <a:gd name="adj" fmla="val 633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63" name="Google Shape;163;p24">
            <a:extLst xmlns:a="http://schemas.openxmlformats.org/drawingml/2006/main">
              <a:ext uri="{FF2B5EF4-FFF2-40B4-BE49-F238E27FC236}">
                <a16:creationId xmlns:a16="http://schemas.microsoft.com/office/drawing/2014/main" id="{375FEE95-036E-4CA1-9E07-F5013D1CF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2344250"/>
            <a:ext cx="2820600" cy="102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164" name="Google Shape;164;p24">
            <a:extLst xmlns:a="http://schemas.openxmlformats.org/drawingml/2006/main">
              <a:ext uri="{FF2B5EF4-FFF2-40B4-BE49-F238E27FC236}">
                <a16:creationId xmlns:a16="http://schemas.microsoft.com/office/drawing/2014/main" id="{255DAB6C-EFD1-477E-B247-A6C0C4783C3B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277500" y="3422542"/>
            <a:ext cx="2820600" cy="102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165" name="Google Shape;165;p24">
            <a:extLst xmlns:a="http://schemas.openxmlformats.org/drawingml/2006/main">
              <a:ext uri="{FF2B5EF4-FFF2-40B4-BE49-F238E27FC236}">
                <a16:creationId xmlns:a16="http://schemas.microsoft.com/office/drawing/2014/main" id="{46247F50-5230-49A4-9F11-1847E1C41E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66" name="Google Shape;166;p24">
            <a:extLst xmlns:a="http://schemas.openxmlformats.org/drawingml/2006/main">
              <a:ext uri="{FF2B5EF4-FFF2-40B4-BE49-F238E27FC236}">
                <a16:creationId xmlns:a16="http://schemas.microsoft.com/office/drawing/2014/main" id="{86D8DDC2-C702-4ED0-9AC2-B256108D5DC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67" name="Google Shape;167;p24">
            <a:extLst xmlns:a="http://schemas.openxmlformats.org/drawingml/2006/main">
              <a:ext uri="{FF2B5EF4-FFF2-40B4-BE49-F238E27FC236}">
                <a16:creationId xmlns:a16="http://schemas.microsoft.com/office/drawing/2014/main" id="{C95E16F1-15C5-45F1-A5F5-519CC12203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, body and image - Alt 2">
  <p:cSld name="CUSTOM_11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9" name="Google Shape;169;p25">
            <a:extLst xmlns:a="http://schemas.openxmlformats.org/drawingml/2006/main">
              <a:ext uri="{FF2B5EF4-FFF2-40B4-BE49-F238E27FC236}">
                <a16:creationId xmlns:a16="http://schemas.microsoft.com/office/drawing/2014/main" id="{D08365A8-1228-4799-AAFB-A7037E61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109" y="582300"/>
            <a:ext cx="2759400" cy="3586200"/>
          </a:xfrm>
          <a:prstGeom xmlns:a="http://schemas.openxmlformats.org/drawingml/2006/main" prst="roundRect">
            <a:avLst>
              <a:gd name="adj" fmla="val 8677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0" name="Google Shape;170;p25">
            <a:extLst xmlns:a="http://schemas.openxmlformats.org/drawingml/2006/main">
              <a:ext uri="{FF2B5EF4-FFF2-40B4-BE49-F238E27FC236}">
                <a16:creationId xmlns:a16="http://schemas.microsoft.com/office/drawing/2014/main" id="{9D878068-B9C3-45F9-BA4C-DA254E2495A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220309" y="696000"/>
            <a:ext cx="2532900" cy="3358800"/>
          </a:xfrm>
          <a:prstGeom xmlns:a="http://schemas.openxmlformats.org/drawingml/2006/main" prst="roundRect">
            <a:avLst>
              <a:gd name="adj" fmla="val 722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71" name="Google Shape;171;p25">
            <a:extLst xmlns:a="http://schemas.openxmlformats.org/drawingml/2006/main">
              <a:ext uri="{FF2B5EF4-FFF2-40B4-BE49-F238E27FC236}">
                <a16:creationId xmlns:a16="http://schemas.microsoft.com/office/drawing/2014/main" id="{2273EA15-2C87-4C9B-8425-F22AEA9075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2344250"/>
            <a:ext cx="2820600" cy="102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172" name="Google Shape;172;p25">
            <a:extLst xmlns:a="http://schemas.openxmlformats.org/drawingml/2006/main">
              <a:ext uri="{FF2B5EF4-FFF2-40B4-BE49-F238E27FC236}">
                <a16:creationId xmlns:a16="http://schemas.microsoft.com/office/drawing/2014/main" id="{750E6A56-F967-4681-8EF4-C78A871E9C5A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277500" y="3422542"/>
            <a:ext cx="2820600" cy="102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173" name="Google Shape;173;p25">
            <a:extLst xmlns:a="http://schemas.openxmlformats.org/drawingml/2006/main">
              <a:ext uri="{FF2B5EF4-FFF2-40B4-BE49-F238E27FC236}">
                <a16:creationId xmlns:a16="http://schemas.microsoft.com/office/drawing/2014/main" id="{A890B4CE-74E7-4944-B40B-3AD8C91ACB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74" name="Google Shape;174;p25">
            <a:extLst xmlns:a="http://schemas.openxmlformats.org/drawingml/2006/main">
              <a:ext uri="{FF2B5EF4-FFF2-40B4-BE49-F238E27FC236}">
                <a16:creationId xmlns:a16="http://schemas.microsoft.com/office/drawing/2014/main" id="{11128EEF-77A8-42D5-A96D-74CBBD106B43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75" name="Google Shape;175;p25">
            <a:extLst xmlns:a="http://schemas.openxmlformats.org/drawingml/2006/main">
              <a:ext uri="{FF2B5EF4-FFF2-40B4-BE49-F238E27FC236}">
                <a16:creationId xmlns:a16="http://schemas.microsoft.com/office/drawing/2014/main" id="{683CDEE0-A0C1-4F67-9674-339E123AA6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Feature">
  <p:cSld name="CUSTOM_11_1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Google Shape;177;p26">
            <a:extLst xmlns:a="http://schemas.openxmlformats.org/drawingml/2006/main">
              <a:ext uri="{FF2B5EF4-FFF2-40B4-BE49-F238E27FC236}">
                <a16:creationId xmlns:a16="http://schemas.microsoft.com/office/drawing/2014/main" id="{02582D69-588F-452A-B5A8-8C31954461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2344250"/>
            <a:ext cx="2820600" cy="102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178" name="Google Shape;178;p26">
            <a:extLst xmlns:a="http://schemas.openxmlformats.org/drawingml/2006/main">
              <a:ext uri="{FF2B5EF4-FFF2-40B4-BE49-F238E27FC236}">
                <a16:creationId xmlns:a16="http://schemas.microsoft.com/office/drawing/2014/main" id="{D651F0D2-CEB5-45AC-B6BF-5DF41170A3DE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277500" y="3422542"/>
            <a:ext cx="2820600" cy="102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179" name="Google Shape;179;p26">
            <a:extLst xmlns:a="http://schemas.openxmlformats.org/drawingml/2006/main">
              <a:ext uri="{FF2B5EF4-FFF2-40B4-BE49-F238E27FC236}">
                <a16:creationId xmlns:a16="http://schemas.microsoft.com/office/drawing/2014/main" id="{C9ADBCFC-A9BE-4B39-A11C-50EB008BA0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80" name="Google Shape;180;p26">
            <a:extLst xmlns:a="http://schemas.openxmlformats.org/drawingml/2006/main">
              <a:ext uri="{FF2B5EF4-FFF2-40B4-BE49-F238E27FC236}">
                <a16:creationId xmlns:a16="http://schemas.microsoft.com/office/drawing/2014/main" id="{9D33FDB1-0C02-4DEF-B6B2-E124C6C01B9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81" name="Google Shape;181;p26">
            <a:extLst xmlns:a="http://schemas.openxmlformats.org/drawingml/2006/main">
              <a:ext uri="{FF2B5EF4-FFF2-40B4-BE49-F238E27FC236}">
                <a16:creationId xmlns:a16="http://schemas.microsoft.com/office/drawing/2014/main" id="{33557078-2D61-42AC-8EFD-B07D9B5043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Two big ideas - Alt 1">
  <p:cSld name="CUSTOM_12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Google Shape;183;p27">
            <a:extLst xmlns:a="http://schemas.openxmlformats.org/drawingml/2006/main">
              <a:ext uri="{FF2B5EF4-FFF2-40B4-BE49-F238E27FC236}">
                <a16:creationId xmlns:a16="http://schemas.microsoft.com/office/drawing/2014/main" id="{4F411688-5DFE-4D43-A293-85EAD45D8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416250"/>
            <a:ext cx="8589000" cy="88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9pPr>
          </a:lstStyle>
          <a:p xmlns:a="http://schemas.openxmlformats.org/drawingml/2006/main"/>
        </p:txBody>
      </p:sp>
      <p:sp>
        <p:nvSpPr>
          <p:cNvPr id="184" name="Google Shape;184;p27">
            <a:extLst xmlns:a="http://schemas.openxmlformats.org/drawingml/2006/main">
              <a:ext uri="{FF2B5EF4-FFF2-40B4-BE49-F238E27FC236}">
                <a16:creationId xmlns:a16="http://schemas.microsoft.com/office/drawing/2014/main" id="{1E76ED24-8F0C-4997-A136-E4CE9712BA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85" name="Google Shape;185;p27">
            <a:extLst xmlns:a="http://schemas.openxmlformats.org/drawingml/2006/main">
              <a:ext uri="{FF2B5EF4-FFF2-40B4-BE49-F238E27FC236}">
                <a16:creationId xmlns:a16="http://schemas.microsoft.com/office/drawing/2014/main" id="{A520B09A-0F27-4D43-848B-6881441E76F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86" name="Google Shape;186;p27">
            <a:extLst xmlns:a="http://schemas.openxmlformats.org/drawingml/2006/main">
              <a:ext uri="{FF2B5EF4-FFF2-40B4-BE49-F238E27FC236}">
                <a16:creationId xmlns:a16="http://schemas.microsoft.com/office/drawing/2014/main" id="{39E0A229-DA0B-427E-AA1F-C767E654AC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87" name="Google Shape;187;p27">
            <a:extLst xmlns:a="http://schemas.openxmlformats.org/drawingml/2006/main">
              <a:ext uri="{FF2B5EF4-FFF2-40B4-BE49-F238E27FC236}">
                <a16:creationId xmlns:a16="http://schemas.microsoft.com/office/drawing/2014/main" id="{6F47CDC1-BCA5-43B3-AC95-BED387FD32A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956525" y="3571875"/>
            <a:ext cx="35850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1pPr>
            <a:lvl2pPr marL="9144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2pPr>
            <a:lvl3pPr marL="13716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3pPr>
            <a:lvl4pPr marL="18288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4pPr>
            <a:lvl5pPr marL="22860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5pPr>
            <a:lvl6pPr marL="27432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6pPr>
            <a:lvl7pPr marL="32004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7pPr>
            <a:lvl8pPr marL="36576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8pPr>
            <a:lvl9pPr marL="41148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9pPr>
          </a:lstStyle>
          <a:p xmlns:a="http://schemas.openxmlformats.org/drawingml/2006/main"/>
        </p:txBody>
      </p:sp>
      <p:sp>
        <p:nvSpPr>
          <p:cNvPr id="188" name="Google Shape;188;p27">
            <a:extLst xmlns:a="http://schemas.openxmlformats.org/drawingml/2006/main">
              <a:ext uri="{FF2B5EF4-FFF2-40B4-BE49-F238E27FC236}">
                <a16:creationId xmlns:a16="http://schemas.microsoft.com/office/drawing/2014/main" id="{886CA497-6474-48D0-A248-12EB55309A3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89475" y="3571875"/>
            <a:ext cx="35850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1pPr>
            <a:lvl2pPr marL="9144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2pPr>
            <a:lvl3pPr marL="13716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3pPr>
            <a:lvl4pPr marL="18288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4pPr>
            <a:lvl5pPr marL="22860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5pPr>
            <a:lvl6pPr marL="27432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6pPr>
            <a:lvl7pPr marL="32004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7pPr>
            <a:lvl8pPr marL="36576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8pPr>
            <a:lvl9pPr marL="41148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9pPr>
          </a:lstStyle>
          <a:p xmlns:a="http://schemas.openxmlformats.org/drawingml/2006/main"/>
        </p:txBody>
      </p:sp>
      <p:sp>
        <p:nvSpPr>
          <p:cNvPr id="189" name="Google Shape;189;p27">
            <a:extLst xmlns:a="http://schemas.openxmlformats.org/drawingml/2006/main">
              <a:ext uri="{FF2B5EF4-FFF2-40B4-BE49-F238E27FC236}">
                <a16:creationId xmlns:a16="http://schemas.microsoft.com/office/drawing/2014/main" id="{189D0811-48C8-4C21-84FC-8AA6B252D7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79925" y="2730150"/>
            <a:ext cx="3220500" cy="50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90" name="Google Shape;190;p27">
            <a:extLst xmlns:a="http://schemas.openxmlformats.org/drawingml/2006/main">
              <a:ext uri="{FF2B5EF4-FFF2-40B4-BE49-F238E27FC236}">
                <a16:creationId xmlns:a16="http://schemas.microsoft.com/office/drawing/2014/main" id="{8932B0C5-29FC-420F-8ED1-4EBC106D2E8A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868275" y="2730150"/>
            <a:ext cx="3220500" cy="50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matchingName="Three big ideas - Alt 1">
  <p:cSld name="CUSTOM_13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Google Shape;192;p28">
            <a:extLst xmlns:a="http://schemas.openxmlformats.org/drawingml/2006/main">
              <a:ext uri="{FF2B5EF4-FFF2-40B4-BE49-F238E27FC236}">
                <a16:creationId xmlns:a16="http://schemas.microsoft.com/office/drawing/2014/main" id="{21A997B6-C064-4C85-9825-5855CECE37C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02800" y="2080575"/>
            <a:ext cx="603600" cy="603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93" name="Google Shape;193;p28">
            <a:extLst xmlns:a="http://schemas.openxmlformats.org/drawingml/2006/main">
              <a:ext uri="{FF2B5EF4-FFF2-40B4-BE49-F238E27FC236}">
                <a16:creationId xmlns:a16="http://schemas.microsoft.com/office/drawing/2014/main" id="{FEB60932-E778-4C8A-892E-1FBA76780AA5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6334750" y="2080575"/>
            <a:ext cx="603600" cy="603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94" name="Google Shape;194;p28">
            <a:extLst xmlns:a="http://schemas.openxmlformats.org/drawingml/2006/main">
              <a:ext uri="{FF2B5EF4-FFF2-40B4-BE49-F238E27FC236}">
                <a16:creationId xmlns:a16="http://schemas.microsoft.com/office/drawing/2014/main" id="{80F880CB-D79D-4873-B2A3-B02FFBA304D7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418775" y="2080550"/>
            <a:ext cx="603600" cy="603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95" name="Google Shape;195;p28">
            <a:extLst xmlns:a="http://schemas.openxmlformats.org/drawingml/2006/main">
              <a:ext uri="{FF2B5EF4-FFF2-40B4-BE49-F238E27FC236}">
                <a16:creationId xmlns:a16="http://schemas.microsoft.com/office/drawing/2014/main" id="{5D99374E-C072-4A7A-93E8-888AB9994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416250"/>
            <a:ext cx="8589000" cy="88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9pPr>
          </a:lstStyle>
          <a:p xmlns:a="http://schemas.openxmlformats.org/drawingml/2006/main"/>
        </p:txBody>
      </p:sp>
      <p:sp>
        <p:nvSpPr>
          <p:cNvPr id="196" name="Google Shape;196;p28">
            <a:extLst xmlns:a="http://schemas.openxmlformats.org/drawingml/2006/main">
              <a:ext uri="{FF2B5EF4-FFF2-40B4-BE49-F238E27FC236}">
                <a16:creationId xmlns:a16="http://schemas.microsoft.com/office/drawing/2014/main" id="{EE4BD3F7-A215-460E-AB99-5E1E5893BC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97" name="Google Shape;197;p28">
            <a:extLst xmlns:a="http://schemas.openxmlformats.org/drawingml/2006/main">
              <a:ext uri="{FF2B5EF4-FFF2-40B4-BE49-F238E27FC236}">
                <a16:creationId xmlns:a16="http://schemas.microsoft.com/office/drawing/2014/main" id="{0A6F92ED-FB42-410B-93B7-B6E29904D8C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198" name="Google Shape;198;p28">
            <a:extLst xmlns:a="http://schemas.openxmlformats.org/drawingml/2006/main">
              <a:ext uri="{FF2B5EF4-FFF2-40B4-BE49-F238E27FC236}">
                <a16:creationId xmlns:a16="http://schemas.microsoft.com/office/drawing/2014/main" id="{3D0E8A4D-1EE8-4625-8CD8-C8A3BFFBBD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99" name="Google Shape;199;p28">
            <a:extLst xmlns:a="http://schemas.openxmlformats.org/drawingml/2006/main">
              <a:ext uri="{FF2B5EF4-FFF2-40B4-BE49-F238E27FC236}">
                <a16:creationId xmlns:a16="http://schemas.microsoft.com/office/drawing/2014/main" id="{F6A5DC3C-24D7-4E95-9769-8CA7540603FE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480250" y="3608000"/>
            <a:ext cx="23865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1pPr>
            <a:lvl2pPr marL="9144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2pPr>
            <a:lvl3pPr marL="13716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3pPr>
            <a:lvl4pPr marL="18288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4pPr>
            <a:lvl5pPr marL="22860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5pPr>
            <a:lvl6pPr marL="27432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6pPr>
            <a:lvl7pPr marL="32004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7pPr>
            <a:lvl8pPr marL="36576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8pPr>
            <a:lvl9pPr marL="41148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9pPr>
          </a:lstStyle>
          <a:p xmlns:a="http://schemas.openxmlformats.org/drawingml/2006/main"/>
        </p:txBody>
      </p:sp>
      <p:sp>
        <p:nvSpPr>
          <p:cNvPr id="200" name="Google Shape;200;p28">
            <a:extLst xmlns:a="http://schemas.openxmlformats.org/drawingml/2006/main">
              <a:ext uri="{FF2B5EF4-FFF2-40B4-BE49-F238E27FC236}">
                <a16:creationId xmlns:a16="http://schemas.microsoft.com/office/drawing/2014/main" id="{E3176A32-9279-4442-92A7-9CF45F868809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3422476" y="3608000"/>
            <a:ext cx="23865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1pPr>
            <a:lvl2pPr marL="9144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2pPr>
            <a:lvl3pPr marL="13716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3pPr>
            <a:lvl4pPr marL="18288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4pPr>
            <a:lvl5pPr marL="22860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5pPr>
            <a:lvl6pPr marL="27432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6pPr>
            <a:lvl7pPr marL="32004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7pPr>
            <a:lvl8pPr marL="36576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8pPr>
            <a:lvl9pPr marL="41148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9pPr>
          </a:lstStyle>
          <a:p xmlns:a="http://schemas.openxmlformats.org/drawingml/2006/main"/>
        </p:txBody>
      </p:sp>
      <p:sp>
        <p:nvSpPr>
          <p:cNvPr id="201" name="Google Shape;201;p28">
            <a:extLst xmlns:a="http://schemas.openxmlformats.org/drawingml/2006/main">
              <a:ext uri="{FF2B5EF4-FFF2-40B4-BE49-F238E27FC236}">
                <a16:creationId xmlns:a16="http://schemas.microsoft.com/office/drawing/2014/main" id="{852FAF93-F4AF-45F7-B51D-EFBB3592CE1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326625" y="3608000"/>
            <a:ext cx="2317200" cy="10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91425" anchor="t">
            <a:noAutofit/>
          </a:bodyPr>
          <a:lstStyle xmlns:a="http://schemas.openxmlformats.org/drawingml/2006/main">
            <a:lvl1pPr marL="4572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1pPr>
            <a:lvl2pPr marL="9144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2pPr>
            <a:lvl3pPr marL="13716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3pPr>
            <a:lvl4pPr marL="18288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4pPr>
            <a:lvl5pPr marL="22860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5pPr>
            <a:lvl6pPr marL="27432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6pPr>
            <a:lvl7pPr marL="3200400" indent="-298450">
              <a:spcBef>
                <a:spcPts val="0"/>
              </a:spcBef>
              <a:spcAft>
                <a:spcPts val="0"/>
              </a:spcAft>
              <a:buChar char="●"/>
              <a:defRPr sz="1100"/>
            </a:lvl7pPr>
            <a:lvl8pPr marL="3657600" indent="-298450">
              <a:spcBef>
                <a:spcPts val="0"/>
              </a:spcBef>
              <a:spcAft>
                <a:spcPts val="0"/>
              </a:spcAft>
              <a:buChar char="○"/>
              <a:defRPr sz="1100"/>
            </a:lvl8pPr>
            <a:lvl9pPr marL="4114800" indent="-298450">
              <a:spcBef>
                <a:spcPts val="0"/>
              </a:spcBef>
              <a:spcAft>
                <a:spcPts val="0"/>
              </a:spcAft>
              <a:buChar char="■"/>
              <a:defRPr sz="1100"/>
            </a:lvl9pPr>
          </a:lstStyle>
          <a:p xmlns:a="http://schemas.openxmlformats.org/drawingml/2006/main"/>
        </p:txBody>
      </p:sp>
      <p:sp>
        <p:nvSpPr>
          <p:cNvPr id="202" name="Google Shape;202;p28">
            <a:extLst xmlns:a="http://schemas.openxmlformats.org/drawingml/2006/main">
              <a:ext uri="{FF2B5EF4-FFF2-40B4-BE49-F238E27FC236}">
                <a16:creationId xmlns:a16="http://schemas.microsoft.com/office/drawing/2014/main" id="{A472C2DE-C2FA-4FEE-B7A4-C0133E911C38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80251" y="2861025"/>
            <a:ext cx="2386500" cy="6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03" name="Google Shape;203;p28">
            <a:extLst xmlns:a="http://schemas.openxmlformats.org/drawingml/2006/main">
              <a:ext uri="{FF2B5EF4-FFF2-40B4-BE49-F238E27FC236}">
                <a16:creationId xmlns:a16="http://schemas.microsoft.com/office/drawing/2014/main" id="{88761A49-2846-4453-BBC3-B4BD944252A6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3422476" y="2861025"/>
            <a:ext cx="2386500" cy="6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04" name="Google Shape;204;p28">
            <a:extLst xmlns:a="http://schemas.openxmlformats.org/drawingml/2006/main">
              <a:ext uri="{FF2B5EF4-FFF2-40B4-BE49-F238E27FC236}">
                <a16:creationId xmlns:a16="http://schemas.microsoft.com/office/drawing/2014/main" id="{1EE84740-5CD9-436D-A616-49777A301CAB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6328801" y="2861025"/>
            <a:ext cx="2386500" cy="6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 matchingName="Three big ideas - Alt 2">
  <p:cSld name="CUSTOM_13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" name="Google Shape;206;p29">
            <a:extLst xmlns:a="http://schemas.openxmlformats.org/drawingml/2006/main">
              <a:ext uri="{FF2B5EF4-FFF2-40B4-BE49-F238E27FC236}">
                <a16:creationId xmlns:a16="http://schemas.microsoft.com/office/drawing/2014/main" id="{FC9241D4-4441-4CE8-9244-562FB26838F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44850" y="1299225"/>
            <a:ext cx="1037700" cy="1056300"/>
          </a:xfrm>
          <a:prstGeom xmlns:a="http://schemas.openxmlformats.org/drawingml/2006/main" prst="roundRect">
            <a:avLst>
              <a:gd name="adj" fmla="val 1280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07" name="Google Shape;207;p29">
            <a:extLst xmlns:a="http://schemas.openxmlformats.org/drawingml/2006/main">
              <a:ext uri="{FF2B5EF4-FFF2-40B4-BE49-F238E27FC236}">
                <a16:creationId xmlns:a16="http://schemas.microsoft.com/office/drawing/2014/main" id="{8A800CCE-73D1-487D-A32D-0E28DF66B7C9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644850" y="3642825"/>
            <a:ext cx="1037700" cy="1056300"/>
          </a:xfrm>
          <a:prstGeom xmlns:a="http://schemas.openxmlformats.org/drawingml/2006/main" prst="roundRect">
            <a:avLst>
              <a:gd name="adj" fmla="val 1280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08" name="Google Shape;208;p29">
            <a:extLst xmlns:a="http://schemas.openxmlformats.org/drawingml/2006/main">
              <a:ext uri="{FF2B5EF4-FFF2-40B4-BE49-F238E27FC236}">
                <a16:creationId xmlns:a16="http://schemas.microsoft.com/office/drawing/2014/main" id="{326944A5-BF34-4BCE-8F90-67C6BCFC4EDA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7828875" y="2471025"/>
            <a:ext cx="1037700" cy="1056300"/>
          </a:xfrm>
          <a:prstGeom xmlns:a="http://schemas.openxmlformats.org/drawingml/2006/main" prst="roundRect">
            <a:avLst>
              <a:gd name="adj" fmla="val 1280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09" name="Google Shape;209;p29">
            <a:extLst xmlns:a="http://schemas.openxmlformats.org/drawingml/2006/main">
              <a:ext uri="{FF2B5EF4-FFF2-40B4-BE49-F238E27FC236}">
                <a16:creationId xmlns:a16="http://schemas.microsoft.com/office/drawing/2014/main" id="{4299652F-D295-458C-A863-30E64E526BE8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373175" y="1147525"/>
            <a:ext cx="3579900" cy="3607500"/>
          </a:xfrm>
          <a:prstGeom xmlns:a="http://schemas.openxmlformats.org/drawingml/2006/main" prst="roundRect">
            <a:avLst>
              <a:gd name="adj" fmla="val 1154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10" name="Google Shape;210;p29">
            <a:extLst xmlns:a="http://schemas.openxmlformats.org/drawingml/2006/main">
              <a:ext uri="{FF2B5EF4-FFF2-40B4-BE49-F238E27FC236}">
                <a16:creationId xmlns:a16="http://schemas.microsoft.com/office/drawing/2014/main" id="{ED34C42E-F533-432A-98C1-3D8A09578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416250"/>
            <a:ext cx="8589000" cy="62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9pPr>
          </a:lstStyle>
          <a:p xmlns:a="http://schemas.openxmlformats.org/drawingml/2006/main"/>
        </p:txBody>
      </p:sp>
      <p:sp>
        <p:nvSpPr>
          <p:cNvPr id="211" name="Google Shape;211;p29">
            <a:extLst xmlns:a="http://schemas.openxmlformats.org/drawingml/2006/main">
              <a:ext uri="{FF2B5EF4-FFF2-40B4-BE49-F238E27FC236}">
                <a16:creationId xmlns:a16="http://schemas.microsoft.com/office/drawing/2014/main" id="{64C33B09-D87B-407C-8879-A64143C632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12" name="Google Shape;212;p29">
            <a:extLst xmlns:a="http://schemas.openxmlformats.org/drawingml/2006/main">
              <a:ext uri="{FF2B5EF4-FFF2-40B4-BE49-F238E27FC236}">
                <a16:creationId xmlns:a16="http://schemas.microsoft.com/office/drawing/2014/main" id="{08FFB8B7-4BEC-47BE-A1A7-4E8EAC58D1B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13" name="Google Shape;213;p29">
            <a:extLst xmlns:a="http://schemas.openxmlformats.org/drawingml/2006/main">
              <a:ext uri="{FF2B5EF4-FFF2-40B4-BE49-F238E27FC236}">
                <a16:creationId xmlns:a16="http://schemas.microsoft.com/office/drawing/2014/main" id="{39511670-8D04-4732-9290-3125C53A5B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214" name="Google Shape;214;p29">
            <a:extLst xmlns:a="http://schemas.openxmlformats.org/drawingml/2006/main">
              <a:ext uri="{FF2B5EF4-FFF2-40B4-BE49-F238E27FC236}">
                <a16:creationId xmlns:a16="http://schemas.microsoft.com/office/drawing/2014/main" id="{C1758D6B-0DCC-44BC-88F3-9A3DF3BDC8C8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6033800" y="1539375"/>
            <a:ext cx="2477400" cy="2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215" name="Google Shape;215;p29">
            <a:extLst xmlns:a="http://schemas.openxmlformats.org/drawingml/2006/main">
              <a:ext uri="{FF2B5EF4-FFF2-40B4-BE49-F238E27FC236}">
                <a16:creationId xmlns:a16="http://schemas.microsoft.com/office/drawing/2014/main" id="{7FDD9C0B-263C-4F03-BAE2-99DA07D86413}"/>
              </a:ext>
            </a:extLst>
          </p:cNvPr>
          <p:cNvSpPr>
            <a:spLocks xmlns:a="http://schemas.openxmlformats.org/drawingml/2006/main" noGrp="1"/>
          </p:cNvSpPr>
          <p:nvPr>
            <p:ph type="title" idx="8"/>
          </p:nvPr>
        </p:nvSpPr>
        <p:spPr>
          <a:xfrm xmlns:a="http://schemas.openxmlformats.org/drawingml/2006/main">
            <a:off x="6033800" y="1808625"/>
            <a:ext cx="2832600" cy="52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182875" bIns="18287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216" name="Google Shape;216;p29">
            <a:extLst xmlns:a="http://schemas.openxmlformats.org/drawingml/2006/main">
              <a:ext uri="{FF2B5EF4-FFF2-40B4-BE49-F238E27FC236}">
                <a16:creationId xmlns:a16="http://schemas.microsoft.com/office/drawing/2014/main" id="{03A1D26B-13EE-497B-8F4D-34DC1D501A27}"/>
              </a:ext>
            </a:extLst>
          </p:cNvPr>
          <p:cNvSpPr>
            <a:spLocks xmlns:a="http://schemas.openxmlformats.org/drawingml/2006/main" noGrp="1"/>
          </p:cNvSpPr>
          <p:nvPr>
            <p:ph type="title" idx="9"/>
          </p:nvPr>
        </p:nvSpPr>
        <p:spPr>
          <a:xfrm xmlns:a="http://schemas.openxmlformats.org/drawingml/2006/main">
            <a:off x="4869750" y="2711175"/>
            <a:ext cx="2477400" cy="2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217" name="Google Shape;217;p29">
            <a:extLst xmlns:a="http://schemas.openxmlformats.org/drawingml/2006/main">
              <a:ext uri="{FF2B5EF4-FFF2-40B4-BE49-F238E27FC236}">
                <a16:creationId xmlns:a16="http://schemas.microsoft.com/office/drawing/2014/main" id="{F7A5C521-F339-4489-9C0D-76CB16775C91}"/>
              </a:ext>
            </a:extLst>
          </p:cNvPr>
          <p:cNvSpPr>
            <a:spLocks xmlns:a="http://schemas.openxmlformats.org/drawingml/2006/main" noGrp="1"/>
          </p:cNvSpPr>
          <p:nvPr>
            <p:ph type="title" idx="13"/>
          </p:nvPr>
        </p:nvSpPr>
        <p:spPr>
          <a:xfrm xmlns:a="http://schemas.openxmlformats.org/drawingml/2006/main">
            <a:off x="4869750" y="2980425"/>
            <a:ext cx="2832600" cy="52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182875" bIns="18287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218" name="Google Shape;218;p29">
            <a:extLst xmlns:a="http://schemas.openxmlformats.org/drawingml/2006/main">
              <a:ext uri="{FF2B5EF4-FFF2-40B4-BE49-F238E27FC236}">
                <a16:creationId xmlns:a16="http://schemas.microsoft.com/office/drawing/2014/main" id="{47133BBC-5802-4E0A-A6F0-1CB2FC6C57AD}"/>
              </a:ext>
            </a:extLst>
          </p:cNvPr>
          <p:cNvSpPr>
            <a:spLocks xmlns:a="http://schemas.openxmlformats.org/drawingml/2006/main" noGrp="1"/>
          </p:cNvSpPr>
          <p:nvPr>
            <p:ph type="title" idx="14"/>
          </p:nvPr>
        </p:nvSpPr>
        <p:spPr>
          <a:xfrm xmlns:a="http://schemas.openxmlformats.org/drawingml/2006/main">
            <a:off x="6033800" y="3882975"/>
            <a:ext cx="2477400" cy="23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219" name="Google Shape;219;p29">
            <a:extLst xmlns:a="http://schemas.openxmlformats.org/drawingml/2006/main">
              <a:ext uri="{FF2B5EF4-FFF2-40B4-BE49-F238E27FC236}">
                <a16:creationId xmlns:a16="http://schemas.microsoft.com/office/drawing/2014/main" id="{277E694E-1A19-452E-B1ED-093F7C14A5C6}"/>
              </a:ext>
            </a:extLst>
          </p:cNvPr>
          <p:cNvSpPr>
            <a:spLocks xmlns:a="http://schemas.openxmlformats.org/drawingml/2006/main" noGrp="1"/>
          </p:cNvSpPr>
          <p:nvPr>
            <p:ph type="title" idx="15"/>
          </p:nvPr>
        </p:nvSpPr>
        <p:spPr>
          <a:xfrm xmlns:a="http://schemas.openxmlformats.org/drawingml/2006/main">
            <a:off x="6033800" y="4152225"/>
            <a:ext cx="2832600" cy="52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182875" bIns="182875" anchor="t">
            <a:noAutofit/>
          </a:bodyPr>
          <a:lstStyle xmlns:a="http://schemas.openxmlformats.org/drawingml/2006/main"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 matchingName="Four big ideas - Alt 1">
  <p:cSld name="CUSTOM_14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1" name="Google Shape;221;p30">
            <a:extLst xmlns:a="http://schemas.openxmlformats.org/drawingml/2006/main">
              <a:ext uri="{FF2B5EF4-FFF2-40B4-BE49-F238E27FC236}">
                <a16:creationId xmlns:a16="http://schemas.microsoft.com/office/drawing/2014/main" id="{C33E8858-4FC0-4E48-8784-A4F96F96F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416250"/>
            <a:ext cx="8589000" cy="88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9pPr>
          </a:lstStyle>
          <a:p xmlns:a="http://schemas.openxmlformats.org/drawingml/2006/main"/>
        </p:txBody>
      </p:sp>
      <p:sp>
        <p:nvSpPr>
          <p:cNvPr id="222" name="Google Shape;222;p30">
            <a:extLst xmlns:a="http://schemas.openxmlformats.org/drawingml/2006/main">
              <a:ext uri="{FF2B5EF4-FFF2-40B4-BE49-F238E27FC236}">
                <a16:creationId xmlns:a16="http://schemas.microsoft.com/office/drawing/2014/main" id="{3749219C-AE48-40C4-9647-098ADEEE93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23" name="Google Shape;223;p30">
            <a:extLst xmlns:a="http://schemas.openxmlformats.org/drawingml/2006/main">
              <a:ext uri="{FF2B5EF4-FFF2-40B4-BE49-F238E27FC236}">
                <a16:creationId xmlns:a16="http://schemas.microsoft.com/office/drawing/2014/main" id="{C963F3B8-3378-4F78-8603-B98F160F503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24" name="Google Shape;224;p30">
            <a:extLst xmlns:a="http://schemas.openxmlformats.org/drawingml/2006/main">
              <a:ext uri="{FF2B5EF4-FFF2-40B4-BE49-F238E27FC236}">
                <a16:creationId xmlns:a16="http://schemas.microsoft.com/office/drawing/2014/main" id="{1178DA4D-06C1-434E-BF23-03A32B5739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225" name="Google Shape;225;p30">
            <a:extLst xmlns:a="http://schemas.openxmlformats.org/drawingml/2006/main">
              <a:ext uri="{FF2B5EF4-FFF2-40B4-BE49-F238E27FC236}">
                <a16:creationId xmlns:a16="http://schemas.microsoft.com/office/drawing/2014/main" id="{BB81820D-33AC-4358-917C-FC0B3FF4930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266900" y="3184400"/>
            <a:ext cx="1304700" cy="129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91425" anchor="t">
            <a:no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1pPr>
            <a:lvl2pPr marL="9144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2pPr>
            <a:lvl3pPr marL="13716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3pPr>
            <a:lvl4pPr marL="18288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4pPr>
            <a:lvl5pPr marL="22860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5pPr>
            <a:lvl6pPr marL="27432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6pPr>
            <a:lvl7pPr marL="32004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7pPr>
            <a:lvl8pPr marL="36576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8pPr>
            <a:lvl9pPr marL="41148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226" name="Google Shape;226;p30">
            <a:extLst xmlns:a="http://schemas.openxmlformats.org/drawingml/2006/main">
              <a:ext uri="{FF2B5EF4-FFF2-40B4-BE49-F238E27FC236}">
                <a16:creationId xmlns:a16="http://schemas.microsoft.com/office/drawing/2014/main" id="{FC05B8FC-1AB6-4326-ADDF-2E7331691B0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006850" y="3184400"/>
            <a:ext cx="1304700" cy="129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91425" anchor="t">
            <a:no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1pPr>
            <a:lvl2pPr marL="9144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2pPr>
            <a:lvl3pPr marL="13716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3pPr>
            <a:lvl4pPr marL="18288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4pPr>
            <a:lvl5pPr marL="22860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5pPr>
            <a:lvl6pPr marL="27432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6pPr>
            <a:lvl7pPr marL="32004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7pPr>
            <a:lvl8pPr marL="36576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8pPr>
            <a:lvl9pPr marL="41148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227" name="Google Shape;227;p30">
            <a:extLst xmlns:a="http://schemas.openxmlformats.org/drawingml/2006/main">
              <a:ext uri="{FF2B5EF4-FFF2-40B4-BE49-F238E27FC236}">
                <a16:creationId xmlns:a16="http://schemas.microsoft.com/office/drawing/2014/main" id="{AFCE9DF9-EF80-47EB-A3F6-1775EF7240D6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748200" y="3184400"/>
            <a:ext cx="1304700" cy="129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91425" anchor="t">
            <a:no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1pPr>
            <a:lvl2pPr marL="9144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2pPr>
            <a:lvl3pPr marL="13716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3pPr>
            <a:lvl4pPr marL="18288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4pPr>
            <a:lvl5pPr marL="22860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5pPr>
            <a:lvl6pPr marL="27432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6pPr>
            <a:lvl7pPr marL="32004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7pPr>
            <a:lvl8pPr marL="36576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8pPr>
            <a:lvl9pPr marL="41148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228" name="Google Shape;228;p30">
            <a:extLst xmlns:a="http://schemas.openxmlformats.org/drawingml/2006/main">
              <a:ext uri="{FF2B5EF4-FFF2-40B4-BE49-F238E27FC236}">
                <a16:creationId xmlns:a16="http://schemas.microsoft.com/office/drawing/2014/main" id="{EAFBF937-0FB7-4B7F-91FF-2BD044549049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450750" y="3184400"/>
            <a:ext cx="1304700" cy="129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91425" anchor="t">
            <a:noAutofit/>
          </a:bodyPr>
          <a:lstStyle xmlns:a="http://schemas.openxmlformats.org/drawingml/2006/main">
            <a:lvl1pPr marL="4572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1pPr>
            <a:lvl2pPr marL="9144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2pPr>
            <a:lvl3pPr marL="13716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3pPr>
            <a:lvl4pPr marL="18288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4pPr>
            <a:lvl5pPr marL="22860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5pPr>
            <a:lvl6pPr marL="27432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6pPr>
            <a:lvl7pPr marL="3200400" indent="-285750">
              <a:spcBef>
                <a:spcPts val="0"/>
              </a:spcBef>
              <a:spcAft>
                <a:spcPts val="0"/>
              </a:spcAft>
              <a:buChar char="●"/>
              <a:defRPr sz="900"/>
            </a:lvl7pPr>
            <a:lvl8pPr marL="3657600" indent="-285750">
              <a:spcBef>
                <a:spcPts val="0"/>
              </a:spcBef>
              <a:spcAft>
                <a:spcPts val="0"/>
              </a:spcAft>
              <a:buChar char="○"/>
              <a:defRPr sz="900"/>
            </a:lvl8pPr>
            <a:lvl9pPr marL="4114800" indent="-285750">
              <a:spcBef>
                <a:spcPts val="0"/>
              </a:spcBef>
              <a:spcAft>
                <a:spcPts val="0"/>
              </a:spcAft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229" name="Google Shape;229;p30">
            <a:extLst xmlns:a="http://schemas.openxmlformats.org/drawingml/2006/main">
              <a:ext uri="{FF2B5EF4-FFF2-40B4-BE49-F238E27FC236}">
                <a16:creationId xmlns:a16="http://schemas.microsoft.com/office/drawing/2014/main" id="{F9198E53-34B6-4879-965B-6974F0776E6F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2267000" y="2419500"/>
            <a:ext cx="1304700" cy="5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30" name="Google Shape;230;p30">
            <a:extLst xmlns:a="http://schemas.openxmlformats.org/drawingml/2006/main">
              <a:ext uri="{FF2B5EF4-FFF2-40B4-BE49-F238E27FC236}">
                <a16:creationId xmlns:a16="http://schemas.microsoft.com/office/drawing/2014/main" id="{96E39A77-13DD-44FA-AE1F-E834B4354E4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006850" y="2419500"/>
            <a:ext cx="1304700" cy="5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31" name="Google Shape;231;p30">
            <a:extLst xmlns:a="http://schemas.openxmlformats.org/drawingml/2006/main">
              <a:ext uri="{FF2B5EF4-FFF2-40B4-BE49-F238E27FC236}">
                <a16:creationId xmlns:a16="http://schemas.microsoft.com/office/drawing/2014/main" id="{4B32D6DC-DDB5-45F3-AF81-EC59EAB66C1A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747500" y="2419500"/>
            <a:ext cx="1304700" cy="5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32" name="Google Shape;232;p30">
            <a:extLst xmlns:a="http://schemas.openxmlformats.org/drawingml/2006/main">
              <a:ext uri="{FF2B5EF4-FFF2-40B4-BE49-F238E27FC236}">
                <a16:creationId xmlns:a16="http://schemas.microsoft.com/office/drawing/2014/main" id="{45B8B594-34FE-4F91-BC91-D40D5A408F33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488850" y="2419500"/>
            <a:ext cx="1304700" cy="5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 matchingName="Custom title and image">
  <p:cSld name="CUSTOM_15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Google Shape;234;p31">
            <a:extLst xmlns:a="http://schemas.openxmlformats.org/drawingml/2006/main">
              <a:ext uri="{FF2B5EF4-FFF2-40B4-BE49-F238E27FC236}">
                <a16:creationId xmlns:a16="http://schemas.microsoft.com/office/drawing/2014/main" id="{D040C0BA-F195-427E-8024-328572F03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21925" y="506100"/>
            <a:ext cx="3544500" cy="57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235" name="Google Shape;235;p31">
            <a:extLst xmlns:a="http://schemas.openxmlformats.org/drawingml/2006/main">
              <a:ext uri="{FF2B5EF4-FFF2-40B4-BE49-F238E27FC236}">
                <a16:creationId xmlns:a16="http://schemas.microsoft.com/office/drawing/2014/main" id="{9F0085F8-2AC3-42C7-986B-852E95EE0F9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92100" y="411300"/>
            <a:ext cx="4297500" cy="4333200"/>
          </a:xfrm>
          <a:prstGeom xmlns:a="http://schemas.openxmlformats.org/drawingml/2006/main" prst="roundRect">
            <a:avLst>
              <a:gd name="adj" fmla="val 12298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36" name="Google Shape;236;p31">
            <a:extLst xmlns:a="http://schemas.openxmlformats.org/drawingml/2006/main">
              <a:ext uri="{FF2B5EF4-FFF2-40B4-BE49-F238E27FC236}">
                <a16:creationId xmlns:a16="http://schemas.microsoft.com/office/drawing/2014/main" id="{BF828787-61B7-4CE6-821C-6C9ED3B9B6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37" name="Google Shape;237;p31">
            <a:extLst xmlns:a="http://schemas.openxmlformats.org/drawingml/2006/main">
              <a:ext uri="{FF2B5EF4-FFF2-40B4-BE49-F238E27FC236}">
                <a16:creationId xmlns:a16="http://schemas.microsoft.com/office/drawing/2014/main" id="{A91E1B0F-86DF-420C-BB28-62F0C284DB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Four storyboards ">
  <p:cSld name="CUSTOM_17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9" name="Google Shape;239;p32">
            <a:extLst xmlns:a="http://schemas.openxmlformats.org/drawingml/2006/main">
              <a:ext uri="{FF2B5EF4-FFF2-40B4-BE49-F238E27FC236}">
                <a16:creationId xmlns:a16="http://schemas.microsoft.com/office/drawing/2014/main" id="{6B9681F2-FB20-4CFC-BFD1-0C09C1771A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7500" y="4025940"/>
            <a:ext cx="1759200" cy="29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1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40" name="Google Shape;240;p32">
            <a:extLst xmlns:a="http://schemas.openxmlformats.org/drawingml/2006/main">
              <a:ext uri="{FF2B5EF4-FFF2-40B4-BE49-F238E27FC236}">
                <a16:creationId xmlns:a16="http://schemas.microsoft.com/office/drawing/2014/main" id="{4B5899F9-3CFD-4F13-BF02-1802D617D8E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89100" y="1685250"/>
            <a:ext cx="1751100" cy="1773000"/>
          </a:xfrm>
          <a:prstGeom xmlns:a="http://schemas.openxmlformats.org/drawingml/2006/main" prst="roundRect">
            <a:avLst>
              <a:gd name="adj" fmla="val 1189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41" name="Google Shape;241;p32">
            <a:extLst xmlns:a="http://schemas.openxmlformats.org/drawingml/2006/main">
              <a:ext uri="{FF2B5EF4-FFF2-40B4-BE49-F238E27FC236}">
                <a16:creationId xmlns:a16="http://schemas.microsoft.com/office/drawing/2014/main" id="{E00B2B16-B066-460B-9DDC-D35A56730123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2152200" y="1685250"/>
            <a:ext cx="1751100" cy="1773000"/>
          </a:xfrm>
          <a:prstGeom xmlns:a="http://schemas.openxmlformats.org/drawingml/2006/main" prst="roundRect">
            <a:avLst>
              <a:gd name="adj" fmla="val 1189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42" name="Google Shape;242;p32">
            <a:extLst xmlns:a="http://schemas.openxmlformats.org/drawingml/2006/main">
              <a:ext uri="{FF2B5EF4-FFF2-40B4-BE49-F238E27FC236}">
                <a16:creationId xmlns:a16="http://schemas.microsoft.com/office/drawing/2014/main" id="{5DE2632F-B0B5-404D-8D58-5B67F6F5E091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015300" y="1685250"/>
            <a:ext cx="1751100" cy="1773000"/>
          </a:xfrm>
          <a:prstGeom xmlns:a="http://schemas.openxmlformats.org/drawingml/2006/main" prst="roundRect">
            <a:avLst>
              <a:gd name="adj" fmla="val 1189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43" name="Google Shape;243;p32">
            <a:extLst xmlns:a="http://schemas.openxmlformats.org/drawingml/2006/main">
              <a:ext uri="{FF2B5EF4-FFF2-40B4-BE49-F238E27FC236}">
                <a16:creationId xmlns:a16="http://schemas.microsoft.com/office/drawing/2014/main" id="{34E3B49D-8BB9-4F00-BD53-23231A34FD0C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5866250" y="1685250"/>
            <a:ext cx="1751100" cy="1773000"/>
          </a:xfrm>
          <a:prstGeom xmlns:a="http://schemas.openxmlformats.org/drawingml/2006/main" prst="roundRect">
            <a:avLst>
              <a:gd name="adj" fmla="val 1189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44" name="Google Shape;244;p32">
            <a:extLst xmlns:a="http://schemas.openxmlformats.org/drawingml/2006/main">
              <a:ext uri="{FF2B5EF4-FFF2-40B4-BE49-F238E27FC236}">
                <a16:creationId xmlns:a16="http://schemas.microsoft.com/office/drawing/2014/main" id="{C399BE3F-2643-4FF2-8F9C-D84A13752E91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77500" y="4361380"/>
            <a:ext cx="1759200" cy="49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1pPr>
            <a:lvl2pPr marL="9144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2pPr>
            <a:lvl3pPr marL="13716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■"/>
              <a:defRPr sz="900"/>
            </a:lvl3pPr>
            <a:lvl4pPr marL="18288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●"/>
              <a:defRPr sz="900"/>
            </a:lvl4pPr>
            <a:lvl5pPr marL="22860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5pPr>
            <a:lvl6pPr marL="27432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■"/>
              <a:defRPr sz="900"/>
            </a:lvl6pPr>
            <a:lvl7pPr marL="32004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●"/>
              <a:defRPr sz="900"/>
            </a:lvl7pPr>
            <a:lvl8pPr marL="36576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8pPr>
            <a:lvl9pPr marL="4114800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245" name="Google Shape;245;p32">
            <a:extLst xmlns:a="http://schemas.openxmlformats.org/drawingml/2006/main">
              <a:ext uri="{FF2B5EF4-FFF2-40B4-BE49-F238E27FC236}">
                <a16:creationId xmlns:a16="http://schemas.microsoft.com/office/drawing/2014/main" id="{E0221AD2-66D4-4A7A-8B4B-1E40D096DA1A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2148150" y="4025940"/>
            <a:ext cx="1759200" cy="29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1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46" name="Google Shape;246;p32">
            <a:extLst xmlns:a="http://schemas.openxmlformats.org/drawingml/2006/main">
              <a:ext uri="{FF2B5EF4-FFF2-40B4-BE49-F238E27FC236}">
                <a16:creationId xmlns:a16="http://schemas.microsoft.com/office/drawing/2014/main" id="{B19D2686-6298-426A-878D-BE3AB03DAF68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148150" y="4361380"/>
            <a:ext cx="1759200" cy="49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1pPr>
            <a:lvl2pPr marL="9144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2pPr>
            <a:lvl3pPr marL="13716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■"/>
              <a:defRPr sz="900"/>
            </a:lvl3pPr>
            <a:lvl4pPr marL="18288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●"/>
              <a:defRPr sz="900"/>
            </a:lvl4pPr>
            <a:lvl5pPr marL="22860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5pPr>
            <a:lvl6pPr marL="27432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■"/>
              <a:defRPr sz="900"/>
            </a:lvl6pPr>
            <a:lvl7pPr marL="32004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●"/>
              <a:defRPr sz="900"/>
            </a:lvl7pPr>
            <a:lvl8pPr marL="36576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8pPr>
            <a:lvl9pPr marL="4114800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247" name="Google Shape;247;p32">
            <a:extLst xmlns:a="http://schemas.openxmlformats.org/drawingml/2006/main">
              <a:ext uri="{FF2B5EF4-FFF2-40B4-BE49-F238E27FC236}">
                <a16:creationId xmlns:a16="http://schemas.microsoft.com/office/drawing/2014/main" id="{8F2B3B16-DC6E-4D80-80B5-2E235039EE5A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4018800" y="4025940"/>
            <a:ext cx="1759200" cy="29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1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48" name="Google Shape;248;p32">
            <a:extLst xmlns:a="http://schemas.openxmlformats.org/drawingml/2006/main">
              <a:ext uri="{FF2B5EF4-FFF2-40B4-BE49-F238E27FC236}">
                <a16:creationId xmlns:a16="http://schemas.microsoft.com/office/drawing/2014/main" id="{4DE73369-5C51-4E24-98DF-339D57B7539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018800" y="4361380"/>
            <a:ext cx="1759200" cy="49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1pPr>
            <a:lvl2pPr marL="9144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2pPr>
            <a:lvl3pPr marL="13716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■"/>
              <a:defRPr sz="900"/>
            </a:lvl3pPr>
            <a:lvl4pPr marL="18288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●"/>
              <a:defRPr sz="900"/>
            </a:lvl4pPr>
            <a:lvl5pPr marL="22860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5pPr>
            <a:lvl6pPr marL="27432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■"/>
              <a:defRPr sz="900"/>
            </a:lvl6pPr>
            <a:lvl7pPr marL="32004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●"/>
              <a:defRPr sz="900"/>
            </a:lvl7pPr>
            <a:lvl8pPr marL="36576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8pPr>
            <a:lvl9pPr marL="4114800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249" name="Google Shape;249;p32">
            <a:extLst xmlns:a="http://schemas.openxmlformats.org/drawingml/2006/main">
              <a:ext uri="{FF2B5EF4-FFF2-40B4-BE49-F238E27FC236}">
                <a16:creationId xmlns:a16="http://schemas.microsoft.com/office/drawing/2014/main" id="{1DE2853E-C45D-477B-93C4-2F81643FA0AF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853650" y="4025940"/>
            <a:ext cx="1759200" cy="29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1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50" name="Google Shape;250;p32">
            <a:extLst xmlns:a="http://schemas.openxmlformats.org/drawingml/2006/main">
              <a:ext uri="{FF2B5EF4-FFF2-40B4-BE49-F238E27FC236}">
                <a16:creationId xmlns:a16="http://schemas.microsoft.com/office/drawing/2014/main" id="{AB0C5AB7-44C7-4361-9A12-658EF72CC21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853650" y="4361380"/>
            <a:ext cx="1759200" cy="49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800"/>
            </a:lvl1pPr>
            <a:lvl2pPr marL="9144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2pPr>
            <a:lvl3pPr marL="13716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■"/>
              <a:defRPr sz="900"/>
            </a:lvl3pPr>
            <a:lvl4pPr marL="18288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●"/>
              <a:defRPr sz="900"/>
            </a:lvl4pPr>
            <a:lvl5pPr marL="22860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5pPr>
            <a:lvl6pPr marL="27432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■"/>
              <a:defRPr sz="900"/>
            </a:lvl6pPr>
            <a:lvl7pPr marL="32004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●"/>
              <a:defRPr sz="900"/>
            </a:lvl7pPr>
            <a:lvl8pPr marL="3657600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har char="○"/>
              <a:defRPr sz="900"/>
            </a:lvl8pPr>
            <a:lvl9pPr marL="4114800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har char="■"/>
              <a:defRPr sz="900"/>
            </a:lvl9pPr>
          </a:lstStyle>
          <a:p xmlns:a="http://schemas.openxmlformats.org/drawingml/2006/main"/>
        </p:txBody>
      </p:sp>
      <p:sp>
        <p:nvSpPr>
          <p:cNvPr id="251" name="Google Shape;251;p32">
            <a:extLst xmlns:a="http://schemas.openxmlformats.org/drawingml/2006/main">
              <a:ext uri="{FF2B5EF4-FFF2-40B4-BE49-F238E27FC236}">
                <a16:creationId xmlns:a16="http://schemas.microsoft.com/office/drawing/2014/main" id="{F4A91F3B-9D6E-4EDE-8EA6-7B413DA006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416250"/>
            <a:ext cx="8589000" cy="88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9pPr>
          </a:lstStyle>
          <a:p xmlns:a="http://schemas.openxmlformats.org/drawingml/2006/main"/>
        </p:txBody>
      </p:sp>
      <p:sp>
        <p:nvSpPr>
          <p:cNvPr id="252" name="Google Shape;252;p32">
            <a:extLst xmlns:a="http://schemas.openxmlformats.org/drawingml/2006/main">
              <a:ext uri="{FF2B5EF4-FFF2-40B4-BE49-F238E27FC236}">
                <a16:creationId xmlns:a16="http://schemas.microsoft.com/office/drawing/2014/main" id="{64F62375-0D07-497A-8341-67DA120ECB07}"/>
              </a:ext>
            </a:extLst>
          </p:cNvPr>
          <p:cNvSpPr>
            <a:spLocks xmlns:a="http://schemas.openxmlformats.org/drawingml/2006/main" noGrp="1"/>
          </p:cNvSpPr>
          <p:nvPr>
            <p:ph type="subTitle" idx="16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53" name="Google Shape;253;p32">
            <a:extLst xmlns:a="http://schemas.openxmlformats.org/drawingml/2006/main">
              <a:ext uri="{FF2B5EF4-FFF2-40B4-BE49-F238E27FC236}">
                <a16:creationId xmlns:a16="http://schemas.microsoft.com/office/drawing/2014/main" id="{057C795B-54C2-410C-9346-43EA95B47C1B}"/>
              </a:ext>
            </a:extLst>
          </p:cNvPr>
          <p:cNvSpPr>
            <a:spLocks xmlns:a="http://schemas.openxmlformats.org/drawingml/2006/main" noGrp="1"/>
          </p:cNvSpPr>
          <p:nvPr>
            <p:ph type="subTitle" idx="17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54" name="Google Shape;254;p32">
            <a:extLst xmlns:a="http://schemas.openxmlformats.org/drawingml/2006/main">
              <a:ext uri="{FF2B5EF4-FFF2-40B4-BE49-F238E27FC236}">
                <a16:creationId xmlns:a16="http://schemas.microsoft.com/office/drawing/2014/main" id="{1DB7BB16-8EE8-4F9B-9F81-0E72B48B6A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1.xml><?xml version="1.0" encoding="utf-8"?>
<p:sldLayout xmlns:p="http://schemas.openxmlformats.org/presentationml/2006/main" matchingName="Title and image - Alt 1">
  <p:cSld name="BLANK_1_1_1_1_1_1_1_1_1_1_1_1_1_1_1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6" name="Google Shape;256;p33">
            <a:extLst xmlns:a="http://schemas.openxmlformats.org/drawingml/2006/main">
              <a:ext uri="{FF2B5EF4-FFF2-40B4-BE49-F238E27FC236}">
                <a16:creationId xmlns:a16="http://schemas.microsoft.com/office/drawing/2014/main" id="{9FBF1BBE-13E4-427D-A560-815F6143639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92100" y="411300"/>
            <a:ext cx="4915800" cy="4333200"/>
          </a:xfrm>
          <a:prstGeom xmlns:a="http://schemas.openxmlformats.org/drawingml/2006/main" prst="roundRect">
            <a:avLst>
              <a:gd name="adj" fmla="val 1116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E4AC1D0C-956E-4F51-9621-EDD5B18F1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45100" y="2344250"/>
            <a:ext cx="2820600" cy="102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F5D5897D-B79E-4D36-B0ED-5687514D23AB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45100" y="3422542"/>
            <a:ext cx="2820600" cy="102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</a:defRPr>
            </a:lvl9pPr>
          </a:lstStyle>
          <a:p xmlns:a="http://schemas.openxmlformats.org/drawingml/2006/main"/>
        </p:txBody>
      </p:sp>
      <p:sp>
        <p:nvSpPr>
          <p:cNvPr id="259" name="Google Shape;259;p33">
            <a:extLst xmlns:a="http://schemas.openxmlformats.org/drawingml/2006/main">
              <a:ext uri="{FF2B5EF4-FFF2-40B4-BE49-F238E27FC236}">
                <a16:creationId xmlns:a16="http://schemas.microsoft.com/office/drawing/2014/main" id="{6C0D2E43-3BD7-46DD-B37C-E0B99DBBF1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60" name="Google Shape;260;p33">
            <a:extLst xmlns:a="http://schemas.openxmlformats.org/drawingml/2006/main">
              <a:ext uri="{FF2B5EF4-FFF2-40B4-BE49-F238E27FC236}">
                <a16:creationId xmlns:a16="http://schemas.microsoft.com/office/drawing/2014/main" id="{95D0916A-2933-43F7-B722-FACC7B6705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2.xml><?xml version="1.0" encoding="utf-8"?>
<p:sldLayout xmlns:p="http://schemas.openxmlformats.org/presentationml/2006/main" matchingName="Competitor characteristics">
  <p:cSld name="CUSTOM_19_2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2" name="Google Shape;262;p34">
            <a:extLst xmlns:a="http://schemas.openxmlformats.org/drawingml/2006/main">
              <a:ext uri="{FF2B5EF4-FFF2-40B4-BE49-F238E27FC236}">
                <a16:creationId xmlns:a16="http://schemas.microsoft.com/office/drawing/2014/main" id="{C8414029-BF47-4B0F-8F83-1C9065B3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675" y="282250"/>
            <a:ext cx="2099700" cy="3008100"/>
          </a:xfrm>
          <a:prstGeom xmlns:a="http://schemas.openxmlformats.org/drawingml/2006/main" prst="roundRect">
            <a:avLst>
              <a:gd name="adj" fmla="val 11954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3" name="Google Shape;263;p34">
            <a:extLst xmlns:a="http://schemas.openxmlformats.org/drawingml/2006/main">
              <a:ext uri="{FF2B5EF4-FFF2-40B4-BE49-F238E27FC236}">
                <a16:creationId xmlns:a16="http://schemas.microsoft.com/office/drawing/2014/main" id="{3A742278-AB8C-44CA-A435-C59CBEA4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25" y="3414025"/>
            <a:ext cx="3513600" cy="1447800"/>
          </a:xfrm>
          <a:prstGeom xmlns:a="http://schemas.openxmlformats.org/drawingml/2006/main" prst="roundRect">
            <a:avLst>
              <a:gd name="adj" fmla="val 15670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dk1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4" name="Google Shape;264;p34">
            <a:extLst xmlns:a="http://schemas.openxmlformats.org/drawingml/2006/main">
              <a:ext uri="{FF2B5EF4-FFF2-40B4-BE49-F238E27FC236}">
                <a16:creationId xmlns:a16="http://schemas.microsoft.com/office/drawing/2014/main" id="{7910F0A4-7DCE-4023-BDB2-4C8EFE22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000" y="1843500"/>
            <a:ext cx="1350600" cy="1447800"/>
          </a:xfrm>
          <a:prstGeom xmlns:a="http://schemas.openxmlformats.org/drawingml/2006/main" prst="roundRect">
            <a:avLst>
              <a:gd name="adj" fmla="val 20704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5" name="Google Shape;265;p34">
            <a:extLst xmlns:a="http://schemas.openxmlformats.org/drawingml/2006/main">
              <a:ext uri="{FF2B5EF4-FFF2-40B4-BE49-F238E27FC236}">
                <a16:creationId xmlns:a16="http://schemas.microsoft.com/office/drawing/2014/main" id="{E02BCBEC-2935-4821-AB73-8A6CE28E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577475" y="2049100"/>
            <a:ext cx="566700" cy="867300"/>
          </a:xfrm>
          <a:prstGeom xmlns:a="http://schemas.openxmlformats.org/drawingml/2006/main" prst="round2SameRect">
            <a:avLst>
              <a:gd name="adj1" fmla="val 49749"/>
              <a:gd name="adj2" fmla="val 0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6" name="Google Shape;266;p34">
            <a:extLst xmlns:a="http://schemas.openxmlformats.org/drawingml/2006/main">
              <a:ext uri="{FF2B5EF4-FFF2-40B4-BE49-F238E27FC236}">
                <a16:creationId xmlns:a16="http://schemas.microsoft.com/office/drawing/2014/main" id="{1A9F6AB2-7857-4A66-BFF3-C96F08C7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850" y="2194075"/>
            <a:ext cx="1092900" cy="573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lt2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7" name="Google Shape;267;p34">
            <a:extLst xmlns:a="http://schemas.openxmlformats.org/drawingml/2006/main">
              <a:ext uri="{FF2B5EF4-FFF2-40B4-BE49-F238E27FC236}">
                <a16:creationId xmlns:a16="http://schemas.microsoft.com/office/drawing/2014/main" id="{C19BFF16-CBAD-4BA9-A96E-FE5F5DE21EC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910200" y="3408075"/>
            <a:ext cx="3486300" cy="1447800"/>
          </a:xfrm>
          <a:prstGeom xmlns:a="http://schemas.openxmlformats.org/drawingml/2006/main" prst="roundRect">
            <a:avLst>
              <a:gd name="adj" fmla="val 1639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8" name="Google Shape;268;p34">
            <a:extLst xmlns:a="http://schemas.openxmlformats.org/drawingml/2006/main">
              <a:ext uri="{FF2B5EF4-FFF2-40B4-BE49-F238E27FC236}">
                <a16:creationId xmlns:a16="http://schemas.microsoft.com/office/drawing/2014/main" id="{51B0D073-6717-4653-867E-9F167F28DFED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277500" y="277500"/>
            <a:ext cx="2765700" cy="3013800"/>
          </a:xfrm>
          <a:prstGeom xmlns:a="http://schemas.openxmlformats.org/drawingml/2006/main" prst="roundRect">
            <a:avLst>
              <a:gd name="adj" fmla="val 8721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9" name="Google Shape;269;p34">
            <a:extLst xmlns:a="http://schemas.openxmlformats.org/drawingml/2006/main">
              <a:ext uri="{FF2B5EF4-FFF2-40B4-BE49-F238E27FC236}">
                <a16:creationId xmlns:a16="http://schemas.microsoft.com/office/drawing/2014/main" id="{C7840214-08E2-4903-9267-B63F88C818F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161225" y="277500"/>
            <a:ext cx="1350600" cy="1447800"/>
          </a:xfrm>
          <a:prstGeom xmlns:a="http://schemas.openxmlformats.org/drawingml/2006/main" prst="roundRect">
            <a:avLst>
              <a:gd name="adj" fmla="val 152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0" name="Google Shape;270;p34">
            <a:extLst xmlns:a="http://schemas.openxmlformats.org/drawingml/2006/main">
              <a:ext uri="{FF2B5EF4-FFF2-40B4-BE49-F238E27FC236}">
                <a16:creationId xmlns:a16="http://schemas.microsoft.com/office/drawing/2014/main" id="{E38D8C63-7103-4F3A-83DE-73CD966319FD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6883575" y="399550"/>
            <a:ext cx="1866000" cy="2775000"/>
          </a:xfrm>
          <a:prstGeom xmlns:a="http://schemas.openxmlformats.org/drawingml/2006/main" prst="roundRect">
            <a:avLst>
              <a:gd name="adj" fmla="val 909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1" name="Google Shape;271;p34">
            <a:extLst xmlns:a="http://schemas.openxmlformats.org/drawingml/2006/main">
              <a:ext uri="{FF2B5EF4-FFF2-40B4-BE49-F238E27FC236}">
                <a16:creationId xmlns:a16="http://schemas.microsoft.com/office/drawing/2014/main" id="{3D89EF83-A8CD-48FA-8E18-D9AF438171E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7516025" y="3407700"/>
            <a:ext cx="1350600" cy="1447800"/>
          </a:xfrm>
          <a:prstGeom xmlns:a="http://schemas.openxmlformats.org/drawingml/2006/main" prst="roundRect">
            <a:avLst>
              <a:gd name="adj" fmla="val 1639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2" name="Google Shape;272;p34">
            <a:extLst xmlns:a="http://schemas.openxmlformats.org/drawingml/2006/main">
              <a:ext uri="{FF2B5EF4-FFF2-40B4-BE49-F238E27FC236}">
                <a16:creationId xmlns:a16="http://schemas.microsoft.com/office/drawing/2014/main" id="{A95A2E3C-F8E8-4B4A-9AEF-2F2F3EF9C3DA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394425" y="3528475"/>
            <a:ext cx="3279600" cy="1218900"/>
          </a:xfrm>
          <a:prstGeom xmlns:a="http://schemas.openxmlformats.org/drawingml/2006/main" prst="roundRect">
            <a:avLst>
              <a:gd name="adj" fmla="val 11412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3" name="Google Shape;273;p34">
            <a:extLst xmlns:a="http://schemas.openxmlformats.org/drawingml/2006/main">
              <a:ext uri="{FF2B5EF4-FFF2-40B4-BE49-F238E27FC236}">
                <a16:creationId xmlns:a16="http://schemas.microsoft.com/office/drawing/2014/main" id="{BE61C35C-3230-4FA0-B583-96EB17D8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225" y="1842600"/>
            <a:ext cx="2018700" cy="1447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4" name="Google Shape;274;p34">
            <a:extLst xmlns:a="http://schemas.openxmlformats.org/drawingml/2006/main">
              <a:ext uri="{FF2B5EF4-FFF2-40B4-BE49-F238E27FC236}">
                <a16:creationId xmlns:a16="http://schemas.microsoft.com/office/drawing/2014/main" id="{0267F594-2F1D-4780-9699-64C0F794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850" y="279301"/>
            <a:ext cx="2018700" cy="1447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cxnSp>
        <p:nvCxnSpPr>
          <p:cNvPr id="275" name="Google Shape;275;p34"/>
          <p:cNvCxnSpPr>
            <a:stCxn xmlns:a="http://schemas.openxmlformats.org/drawingml/2006/main" id="273" idx="1"/>
            <a:endCxn xmlns:a="http://schemas.openxmlformats.org/drawingml/2006/main" id="273" idx="3"/>
          </p:cNvCxnSpPr>
          <p:nvPr/>
        </p:nvCxnSpPr>
        <p:spPr>
          <a:xfrm xmlns:a="http://schemas.openxmlformats.org/drawingml/2006/main">
            <a:off x="3161225" y="2566500"/>
            <a:ext cx="2018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" name="Google Shape;276;p34">
            <a:extLst xmlns:a="http://schemas.openxmlformats.org/drawingml/2006/main">
              <a:ext uri="{FF2B5EF4-FFF2-40B4-BE49-F238E27FC236}">
                <a16:creationId xmlns:a16="http://schemas.microsoft.com/office/drawing/2014/main" id="{F0B07CA4-A64F-42F2-A996-0D8CF15CFC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4425" y="4055150"/>
            <a:ext cx="3279600" cy="5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</a:defRPr>
            </a:lvl1pPr>
            <a:lvl2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77" name="Google Shape;277;p34">
            <a:extLst xmlns:a="http://schemas.openxmlformats.org/drawingml/2006/main">
              <a:ext uri="{FF2B5EF4-FFF2-40B4-BE49-F238E27FC236}">
                <a16:creationId xmlns:a16="http://schemas.microsoft.com/office/drawing/2014/main" id="{E43AD83D-4B70-4B12-9577-1792A49850EF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883575" y="605875"/>
            <a:ext cx="1866000" cy="5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</a:defRPr>
            </a:lvl1pPr>
            <a:lvl2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78" name="Google Shape;278;p34">
            <a:extLst xmlns:a="http://schemas.openxmlformats.org/drawingml/2006/main">
              <a:ext uri="{FF2B5EF4-FFF2-40B4-BE49-F238E27FC236}">
                <a16:creationId xmlns:a16="http://schemas.microsoft.com/office/drawing/2014/main" id="{B0AEFC0E-54EC-4B3E-BA3B-527B07F348D7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3910200" y="3779175"/>
            <a:ext cx="34863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1pPr>
            <a:lvl2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2pPr>
            <a:lvl3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3pPr>
            <a:lvl4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4pPr>
            <a:lvl5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5pPr>
            <a:lvl6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6pPr>
            <a:lvl7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7pPr>
            <a:lvl8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8pPr>
            <a:lvl9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79" name="Google Shape;279;p34">
            <a:extLst xmlns:a="http://schemas.openxmlformats.org/drawingml/2006/main">
              <a:ext uri="{FF2B5EF4-FFF2-40B4-BE49-F238E27FC236}">
                <a16:creationId xmlns:a16="http://schemas.microsoft.com/office/drawing/2014/main" id="{DA18A7DE-FD27-4919-8041-430F49EFD87F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291075" y="2571750"/>
            <a:ext cx="27657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1pPr>
            <a:lvl2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80" name="Google Shape;280;p34">
            <a:extLst xmlns:a="http://schemas.openxmlformats.org/drawingml/2006/main">
              <a:ext uri="{FF2B5EF4-FFF2-40B4-BE49-F238E27FC236}">
                <a16:creationId xmlns:a16="http://schemas.microsoft.com/office/drawing/2014/main" id="{03F5A3FD-005E-4331-AD0E-BC7472193604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4629850" y="694401"/>
            <a:ext cx="2018700" cy="5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</a:defRPr>
            </a:lvl1pPr>
            <a:lvl2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</a:defRPr>
            </a:lvl2pPr>
            <a:lvl3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</a:defRPr>
            </a:lvl3pPr>
            <a:lvl4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</a:defRPr>
            </a:lvl4pPr>
            <a:lvl5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</a:defRPr>
            </a:lvl5pPr>
            <a:lvl6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</a:defRPr>
            </a:lvl6pPr>
            <a:lvl7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</a:defRPr>
            </a:lvl7pPr>
            <a:lvl8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</a:defRPr>
            </a:lvl8pPr>
            <a:lvl9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81" name="Google Shape;281;p34">
            <a:extLst xmlns:a="http://schemas.openxmlformats.org/drawingml/2006/main">
              <a:ext uri="{FF2B5EF4-FFF2-40B4-BE49-F238E27FC236}">
                <a16:creationId xmlns:a16="http://schemas.microsoft.com/office/drawing/2014/main" id="{35390D3C-40B6-43CF-B0A6-7EDE818616E1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4629900" y="1390480"/>
            <a:ext cx="2018700" cy="2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</a:defRPr>
            </a:lvl2pPr>
            <a:lvl3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</a:defRPr>
            </a:lvl3pPr>
            <a:lvl4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</a:defRPr>
            </a:lvl4pPr>
            <a:lvl5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</a:defRPr>
            </a:lvl5pPr>
            <a:lvl6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</a:defRPr>
            </a:lvl6pPr>
            <a:lvl7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</a:defRPr>
            </a:lvl7pPr>
            <a:lvl8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</a:defRPr>
            </a:lvl8pPr>
            <a:lvl9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82" name="Google Shape;282;p34">
            <a:extLst xmlns:a="http://schemas.openxmlformats.org/drawingml/2006/main">
              <a:ext uri="{FF2B5EF4-FFF2-40B4-BE49-F238E27FC236}">
                <a16:creationId xmlns:a16="http://schemas.microsoft.com/office/drawing/2014/main" id="{192F393B-7B2C-42B4-BE13-AB3C50EF5FF8}"/>
              </a:ext>
            </a:extLst>
          </p:cNvPr>
          <p:cNvSpPr>
            <a:spLocks xmlns:a="http://schemas.openxmlformats.org/drawingml/2006/main" noGrp="1"/>
          </p:cNvSpPr>
          <p:nvPr>
            <p:ph type="subTitle" idx="16"/>
          </p:nvPr>
        </p:nvSpPr>
        <p:spPr>
          <a:xfrm xmlns:a="http://schemas.openxmlformats.org/drawingml/2006/main">
            <a:off x="3596775" y="2292000"/>
            <a:ext cx="1507500" cy="2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2pPr>
            <a:lvl3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3pPr>
            <a:lvl4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4pPr>
            <a:lvl5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5pPr>
            <a:lvl6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6pPr>
            <a:lvl7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7pPr>
            <a:lvl8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8pPr>
            <a:lvl9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83" name="Google Shape;283;p34">
            <a:extLst xmlns:a="http://schemas.openxmlformats.org/drawingml/2006/main">
              <a:ext uri="{FF2B5EF4-FFF2-40B4-BE49-F238E27FC236}">
                <a16:creationId xmlns:a16="http://schemas.microsoft.com/office/drawing/2014/main" id="{EBDCF18D-60DF-4592-85AB-68BFCFA1BDB2}"/>
              </a:ext>
            </a:extLst>
          </p:cNvPr>
          <p:cNvSpPr>
            <a:spLocks xmlns:a="http://schemas.openxmlformats.org/drawingml/2006/main" noGrp="1"/>
          </p:cNvSpPr>
          <p:nvPr>
            <p:ph type="subTitle" idx="17"/>
          </p:nvPr>
        </p:nvSpPr>
        <p:spPr>
          <a:xfrm xmlns:a="http://schemas.openxmlformats.org/drawingml/2006/main">
            <a:off x="3596775" y="2997350"/>
            <a:ext cx="1507500" cy="2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2pPr>
            <a:lvl3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3pPr>
            <a:lvl4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4pPr>
            <a:lvl5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5pPr>
            <a:lvl6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6pPr>
            <a:lvl7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7pPr>
            <a:lvl8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8pPr>
            <a:lvl9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84" name="Google Shape;284;p34">
            <a:extLst xmlns:a="http://schemas.openxmlformats.org/drawingml/2006/main">
              <a:ext uri="{FF2B5EF4-FFF2-40B4-BE49-F238E27FC236}">
                <a16:creationId xmlns:a16="http://schemas.microsoft.com/office/drawing/2014/main" id="{BE8F6AC4-8941-4B9F-AB8F-E6EDF26EBFB4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596675" y="1934500"/>
            <a:ext cx="1507500" cy="35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1pPr>
            <a:lvl2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2pPr>
            <a:lvl3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3pPr>
            <a:lvl4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4pPr>
            <a:lvl5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5pPr>
            <a:lvl6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6pPr>
            <a:lvl7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7pPr>
            <a:lvl8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8pPr>
            <a:lvl9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85" name="Google Shape;285;p34">
            <a:extLst xmlns:a="http://schemas.openxmlformats.org/drawingml/2006/main">
              <a:ext uri="{FF2B5EF4-FFF2-40B4-BE49-F238E27FC236}">
                <a16:creationId xmlns:a16="http://schemas.microsoft.com/office/drawing/2014/main" id="{E9253E31-83B1-4A8E-9BA2-334BD26E800A}"/>
              </a:ext>
            </a:extLst>
          </p:cNvPr>
          <p:cNvSpPr>
            <a:spLocks xmlns:a="http://schemas.openxmlformats.org/drawingml/2006/main" noGrp="1"/>
          </p:cNvSpPr>
          <p:nvPr>
            <p:ph type="subTitle" idx="19"/>
          </p:nvPr>
        </p:nvSpPr>
        <p:spPr>
          <a:xfrm xmlns:a="http://schemas.openxmlformats.org/drawingml/2006/main">
            <a:off x="3596775" y="2618213"/>
            <a:ext cx="1507500" cy="35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1pPr>
            <a:lvl2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2pPr>
            <a:lvl3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3pPr>
            <a:lvl4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4pPr>
            <a:lvl5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5pPr>
            <a:lvl6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6pPr>
            <a:lvl7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7pPr>
            <a:lvl8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8pPr>
            <a:lvl9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86" name="Google Shape;286;p34">
            <a:extLst xmlns:a="http://schemas.openxmlformats.org/drawingml/2006/main">
              <a:ext uri="{FF2B5EF4-FFF2-40B4-BE49-F238E27FC236}">
                <a16:creationId xmlns:a16="http://schemas.microsoft.com/office/drawing/2014/main" id="{78EAA9FC-E027-45A1-8A2F-3F0B1B73A29F}"/>
              </a:ext>
            </a:extLst>
          </p:cNvPr>
          <p:cNvSpPr>
            <a:spLocks xmlns:a="http://schemas.openxmlformats.org/drawingml/2006/main" noGrp="1"/>
          </p:cNvSpPr>
          <p:nvPr>
            <p:ph type="subTitle" idx="20"/>
          </p:nvPr>
        </p:nvSpPr>
        <p:spPr>
          <a:xfrm xmlns:a="http://schemas.openxmlformats.org/drawingml/2006/main">
            <a:off x="5297950" y="2885600"/>
            <a:ext cx="1350600" cy="28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87" name="Google Shape;287;p34">
            <a:extLst xmlns:a="http://schemas.openxmlformats.org/drawingml/2006/main">
              <a:ext uri="{FF2B5EF4-FFF2-40B4-BE49-F238E27FC236}">
                <a16:creationId xmlns:a16="http://schemas.microsoft.com/office/drawing/2014/main" id="{5AFD465E-C21D-4BF7-8E72-D4E6540E61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288" name="Google Shape;288;p34">
            <a:extLst xmlns:a="http://schemas.openxmlformats.org/drawingml/2006/main">
              <a:ext uri="{FF2B5EF4-FFF2-40B4-BE49-F238E27FC236}">
                <a16:creationId xmlns:a16="http://schemas.microsoft.com/office/drawing/2014/main" id="{25747611-0774-49EA-BFD6-0EA7B00B586E}"/>
              </a:ext>
            </a:extLst>
          </p:cNvPr>
          <p:cNvSpPr>
            <a:spLocks xmlns:a="http://schemas.openxmlformats.org/drawingml/2006/main" noGrp="1"/>
          </p:cNvSpPr>
          <p:nvPr>
            <p:ph type="subTitle" idx="21"/>
          </p:nvPr>
        </p:nvSpPr>
        <p:spPr>
          <a:xfrm xmlns:a="http://schemas.openxmlformats.org/drawingml/2006/main">
            <a:off x="5426775" y="2214775"/>
            <a:ext cx="1092900" cy="5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1pPr>
            <a:lvl2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2pPr>
            <a:lvl3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3pPr>
            <a:lvl4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4pPr>
            <a:lvl5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5pPr>
            <a:lvl6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6pPr>
            <a:lvl7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7pPr>
            <a:lvl8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8pPr>
            <a:lvl9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 matchingName="Two images with description">
  <p:cSld name="CUSTOM_19_1_1_1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0" name="Google Shape;290;p35">
            <a:extLst xmlns:a="http://schemas.openxmlformats.org/drawingml/2006/main">
              <a:ext uri="{FF2B5EF4-FFF2-40B4-BE49-F238E27FC236}">
                <a16:creationId xmlns:a16="http://schemas.microsoft.com/office/drawing/2014/main" id="{A6423B1B-55D9-48B0-A149-87075FDC59A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021325" y="1854425"/>
            <a:ext cx="1679100" cy="3013800"/>
          </a:xfrm>
          <a:prstGeom xmlns:a="http://schemas.openxmlformats.org/drawingml/2006/main" prst="roundRect">
            <a:avLst>
              <a:gd name="adj" fmla="val 1364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91" name="Google Shape;291;p35">
            <a:extLst xmlns:a="http://schemas.openxmlformats.org/drawingml/2006/main">
              <a:ext uri="{FF2B5EF4-FFF2-40B4-BE49-F238E27FC236}">
                <a16:creationId xmlns:a16="http://schemas.microsoft.com/office/drawing/2014/main" id="{01C27AB8-4BB7-4BA8-B075-CDEE22E212C4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444400" y="1854425"/>
            <a:ext cx="1679100" cy="3013800"/>
          </a:xfrm>
          <a:prstGeom xmlns:a="http://schemas.openxmlformats.org/drawingml/2006/main" prst="roundRect">
            <a:avLst>
              <a:gd name="adj" fmla="val 13643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92" name="Google Shape;292;p35">
            <a:extLst xmlns:a="http://schemas.openxmlformats.org/drawingml/2006/main">
              <a:ext uri="{FF2B5EF4-FFF2-40B4-BE49-F238E27FC236}">
                <a16:creationId xmlns:a16="http://schemas.microsoft.com/office/drawing/2014/main" id="{37EC85FE-3681-410A-86EA-01736AC912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00500" y="3326350"/>
            <a:ext cx="1743900" cy="45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93" name="Google Shape;293;p35">
            <a:extLst xmlns:a="http://schemas.openxmlformats.org/drawingml/2006/main">
              <a:ext uri="{FF2B5EF4-FFF2-40B4-BE49-F238E27FC236}">
                <a16:creationId xmlns:a16="http://schemas.microsoft.com/office/drawing/2014/main" id="{E27EA0E9-F886-465E-8B25-448A60C846E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700500" y="3850823"/>
            <a:ext cx="1743900" cy="95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914400" indent="-2286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1371600" indent="-228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1828800" indent="-2286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2286000" indent="-2286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2743200" indent="-2286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3200400" indent="-2286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3657600" indent="-228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4114800" indent="-2286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94" name="Google Shape;294;p35">
            <a:extLst xmlns:a="http://schemas.openxmlformats.org/drawingml/2006/main">
              <a:ext uri="{FF2B5EF4-FFF2-40B4-BE49-F238E27FC236}">
                <a16:creationId xmlns:a16="http://schemas.microsoft.com/office/drawing/2014/main" id="{7F8E06E1-906E-4F4F-868B-1953C3C626B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123575" y="3326350"/>
            <a:ext cx="1743900" cy="45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0" rIns="91425" bIns="0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95" name="Google Shape;295;p35">
            <a:extLst xmlns:a="http://schemas.openxmlformats.org/drawingml/2006/main">
              <a:ext uri="{FF2B5EF4-FFF2-40B4-BE49-F238E27FC236}">
                <a16:creationId xmlns:a16="http://schemas.microsoft.com/office/drawing/2014/main" id="{43F5C649-72CA-4227-A38D-1AADB92A84BB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123575" y="3850823"/>
            <a:ext cx="1743900" cy="95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914400" indent="-2286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1371600" indent="-228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1828800" indent="-2286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2286000" indent="-2286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2743200" indent="-2286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3200400" indent="-2286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3657600" indent="-228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4114800" indent="-2286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96" name="Google Shape;296;p35">
            <a:extLst xmlns:a="http://schemas.openxmlformats.org/drawingml/2006/main">
              <a:ext uri="{FF2B5EF4-FFF2-40B4-BE49-F238E27FC236}">
                <a16:creationId xmlns:a16="http://schemas.microsoft.com/office/drawing/2014/main" id="{2D74C23A-301B-46F6-B862-54E4859ABC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500" y="416250"/>
            <a:ext cx="8589000" cy="88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0" bIns="0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</a:defRPr>
            </a:lvl9pPr>
          </a:lstStyle>
          <a:p xmlns:a="http://schemas.openxmlformats.org/drawingml/2006/main"/>
        </p:txBody>
      </p:sp>
      <p:sp>
        <p:nvSpPr>
          <p:cNvPr id="297" name="Google Shape;297;p35">
            <a:extLst xmlns:a="http://schemas.openxmlformats.org/drawingml/2006/main">
              <a:ext uri="{FF2B5EF4-FFF2-40B4-BE49-F238E27FC236}">
                <a16:creationId xmlns:a16="http://schemas.microsoft.com/office/drawing/2014/main" id="{BDA630AA-2462-4E9B-A698-447A3B61DBCB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2775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98" name="Google Shape;298;p35">
            <a:extLst xmlns:a="http://schemas.openxmlformats.org/drawingml/2006/main">
              <a:ext uri="{FF2B5EF4-FFF2-40B4-BE49-F238E27FC236}">
                <a16:creationId xmlns:a16="http://schemas.microsoft.com/office/drawing/2014/main" id="{0A320620-7311-41AB-8F25-32773039A1F8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7236300" y="278858"/>
            <a:ext cx="1630200" cy="13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299" name="Google Shape;299;p35">
            <a:extLst xmlns:a="http://schemas.openxmlformats.org/drawingml/2006/main">
              <a:ext uri="{FF2B5EF4-FFF2-40B4-BE49-F238E27FC236}">
                <a16:creationId xmlns:a16="http://schemas.microsoft.com/office/drawing/2014/main" id="{F99E0138-FBB5-4BD2-AD5E-25D2B8BC8F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marL="0" indent="-4445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4.xml><?xml version="1.0" encoding="utf-8"?>
<p:sldLayout xmlns:p="http://schemas.openxmlformats.org/presentationml/2006/main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1" name="Google Shape;301;p36">
            <a:extLst xmlns:a="http://schemas.openxmlformats.org/drawingml/2006/main">
              <a:ext uri="{FF2B5EF4-FFF2-40B4-BE49-F238E27FC236}">
                <a16:creationId xmlns:a16="http://schemas.microsoft.com/office/drawing/2014/main" id="{2C5F3D9D-048A-44A7-9406-04FC1E19F06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har char="●"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Char char="○"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Char char="■"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Char char="●"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Char char="○"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Char char="■"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Char char="●"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Char char="○"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Char char="■"/>
              <a:defRPr sz="5200"/>
            </a:lvl9pPr>
          </a:lstStyle>
          <a:p xmlns:a="http://schemas.openxmlformats.org/drawingml/2006/main"/>
        </p:txBody>
      </p:sp>
      <p:sp>
        <p:nvSpPr>
          <p:cNvPr id="302" name="Google Shape;302;p36">
            <a:extLst xmlns:a="http://schemas.openxmlformats.org/drawingml/2006/main">
              <a:ext uri="{FF2B5EF4-FFF2-40B4-BE49-F238E27FC236}">
                <a16:creationId xmlns:a16="http://schemas.microsoft.com/office/drawing/2014/main" id="{CDAEA250-25A0-419F-A7DE-A9D0CC3D8B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matchingName="Section header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4" name="Google Shape;304;p37">
            <a:extLst xmlns:a="http://schemas.openxmlformats.org/drawingml/2006/main">
              <a:ext uri="{FF2B5EF4-FFF2-40B4-BE49-F238E27FC236}">
                <a16:creationId xmlns:a16="http://schemas.microsoft.com/office/drawing/2014/main" id="{7D3140C9-A5FA-492B-A379-3368A9FC4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Char char="○"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Char char="■"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Char char="●"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Char char="○"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Char char="■"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Char char="●"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Char char="○"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Char char="■"/>
              <a:defRPr sz="3600"/>
            </a:lvl9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matchingName="Title and body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Google Shape;306;p38">
            <a:extLst xmlns:a="http://schemas.openxmlformats.org/drawingml/2006/main">
              <a:ext uri="{FF2B5EF4-FFF2-40B4-BE49-F238E27FC236}">
                <a16:creationId xmlns:a16="http://schemas.microsoft.com/office/drawing/2014/main" id="{D6C44B43-E6A4-4DD6-B0A7-617F3CA497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07" name="Google Shape;307;p38">
            <a:extLst xmlns:a="http://schemas.openxmlformats.org/drawingml/2006/main">
              <a:ext uri="{FF2B5EF4-FFF2-40B4-BE49-F238E27FC236}">
                <a16:creationId xmlns:a16="http://schemas.microsoft.com/office/drawing/2014/main" id="{EE0E6D61-C29D-497D-8D52-4710F04C12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matchingName="Title and two columns">
  <p:cSld name="Title and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9" name="Google Shape;309;p39">
            <a:extLst xmlns:a="http://schemas.openxmlformats.org/drawingml/2006/main">
              <a:ext uri="{FF2B5EF4-FFF2-40B4-BE49-F238E27FC236}">
                <a16:creationId xmlns:a16="http://schemas.microsoft.com/office/drawing/2014/main" id="{6DB493E4-FCC9-43F1-A33A-B415F498F0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10" name="Google Shape;310;p39">
            <a:extLst xmlns:a="http://schemas.openxmlformats.org/drawingml/2006/main">
              <a:ext uri="{FF2B5EF4-FFF2-40B4-BE49-F238E27FC236}">
                <a16:creationId xmlns:a16="http://schemas.microsoft.com/office/drawing/2014/main" id="{36843E66-F977-457D-B2AA-1707F255D9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11" name="Google Shape;311;p39">
            <a:extLst xmlns:a="http://schemas.openxmlformats.org/drawingml/2006/main">
              <a:ext uri="{FF2B5EF4-FFF2-40B4-BE49-F238E27FC236}">
                <a16:creationId xmlns:a16="http://schemas.microsoft.com/office/drawing/2014/main" id="{36FB58D0-FFA4-42F9-93EC-5B5C81DF29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 matchingName="Title 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" name="Google Shape;313;p40">
            <a:extLst xmlns:a="http://schemas.openxmlformats.org/drawingml/2006/main">
              <a:ext uri="{FF2B5EF4-FFF2-40B4-BE49-F238E27FC236}">
                <a16:creationId xmlns:a16="http://schemas.microsoft.com/office/drawing/2014/main" id="{1A0A3F53-BD41-4AD6-9D32-45447EE59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 matchingName="One column text">
  <p:cSld name="One column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Google Shape;315;p41">
            <a:extLst xmlns:a="http://schemas.openxmlformats.org/drawingml/2006/main">
              <a:ext uri="{FF2B5EF4-FFF2-40B4-BE49-F238E27FC236}">
                <a16:creationId xmlns:a16="http://schemas.microsoft.com/office/drawing/2014/main" id="{98C2D9C0-70FC-46A2-96F8-D5A14ADA3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 sz="2400"/>
            </a:lvl9pPr>
          </a:lstStyle>
          <a:p xmlns:a="http://schemas.openxmlformats.org/drawingml/2006/main"/>
        </p:txBody>
      </p:sp>
      <p:sp>
        <p:nvSpPr>
          <p:cNvPr id="316" name="Google Shape;316;p41">
            <a:extLst xmlns:a="http://schemas.openxmlformats.org/drawingml/2006/main">
              <a:ext uri="{FF2B5EF4-FFF2-40B4-BE49-F238E27FC236}">
                <a16:creationId xmlns:a16="http://schemas.microsoft.com/office/drawing/2014/main" id="{1C02ED01-86F7-40CB-8BB0-F45B3AC2E8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matchingName="Main point">
  <p:cSld name="Main 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8" name="Google Shape;318;p42">
            <a:extLst xmlns:a="http://schemas.openxmlformats.org/drawingml/2006/main">
              <a:ext uri="{FF2B5EF4-FFF2-40B4-BE49-F238E27FC236}">
                <a16:creationId xmlns:a16="http://schemas.microsoft.com/office/drawing/2014/main" id="{47A2AF68-E49E-47C5-8378-C6C16EB149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 sz="4800"/>
            </a:lvl9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matchingName="Section title and description">
  <p:cSld name="Section title and 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Google Shape;320;p43">
            <a:extLst xmlns:a="http://schemas.openxmlformats.org/drawingml/2006/main">
              <a:ext uri="{FF2B5EF4-FFF2-40B4-BE49-F238E27FC236}">
                <a16:creationId xmlns:a16="http://schemas.microsoft.com/office/drawing/2014/main" id="{44F613B1-5005-4659-ADC0-6614A7552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har char="●"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Char char="○"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Char char="■"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Char char="●"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Char char="○"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Char char="■"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Char char="●"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Char char="○"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Char char="■"/>
              <a:defRPr sz="4200"/>
            </a:lvl9pPr>
          </a:lstStyle>
          <a:p xmlns:a="http://schemas.openxmlformats.org/drawingml/2006/main"/>
        </p:txBody>
      </p:sp>
      <p:sp>
        <p:nvSpPr>
          <p:cNvPr id="321" name="Google Shape;321;p43">
            <a:extLst xmlns:a="http://schemas.openxmlformats.org/drawingml/2006/main">
              <a:ext uri="{FF2B5EF4-FFF2-40B4-BE49-F238E27FC236}">
                <a16:creationId xmlns:a16="http://schemas.microsoft.com/office/drawing/2014/main" id="{6AC06533-6084-4A78-A138-EAF906C3DE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22" name="Google Shape;322;p43">
            <a:extLst xmlns:a="http://schemas.openxmlformats.org/drawingml/2006/main">
              <a:ext uri="{FF2B5EF4-FFF2-40B4-BE49-F238E27FC236}">
                <a16:creationId xmlns:a16="http://schemas.microsoft.com/office/drawing/2014/main" id="{314A96E9-5959-4EDA-B3E3-41CBEE7DF0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 matchingName="Caption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4" name="Google Shape;324;p44">
            <a:extLst xmlns:a="http://schemas.openxmlformats.org/drawingml/2006/main">
              <a:ext uri="{FF2B5EF4-FFF2-40B4-BE49-F238E27FC236}">
                <a16:creationId xmlns:a16="http://schemas.microsoft.com/office/drawing/2014/main" id="{F2065FC9-565B-4146-BC8F-6B9B1104E8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L="457200" indent="-228600"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43.xml><?xml version="1.0" encoding="utf-8"?>
<p:sldLayout xmlns:p="http://schemas.openxmlformats.org/presentationml/2006/main" matchingName="Big number">
  <p:cSld name="Big 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Google Shape;326;p45">
            <a:extLst xmlns:a="http://schemas.openxmlformats.org/drawingml/2006/main">
              <a:ext uri="{FF2B5EF4-FFF2-40B4-BE49-F238E27FC236}">
                <a16:creationId xmlns:a16="http://schemas.microsoft.com/office/drawing/2014/main" id="{B9658A6F-6579-441B-8969-EDE21D8216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har char="●"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Char char="○"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Char char="■"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Char char="●"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Char char="○"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Char char="■"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Char char="●"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Char char="○"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Char char="■"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327" name="Google Shape;327;p45">
            <a:extLst xmlns:a="http://schemas.openxmlformats.org/drawingml/2006/main">
              <a:ext uri="{FF2B5EF4-FFF2-40B4-BE49-F238E27FC236}">
                <a16:creationId xmlns:a16="http://schemas.microsoft.com/office/drawing/2014/main" id="{F2CFC343-6DB2-4D4A-AA75-A3760A304D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4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5.xml><?xml version="1.0" encoding="utf-8"?>
<p:sldLayout xmlns:p="http://schemas.openxmlformats.org/presentationml/2006/main" matchingName="Agenda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0" name="Google Shape;330;p47">
            <a:extLst xmlns:a="http://schemas.openxmlformats.org/drawingml/2006/main">
              <a:ext uri="{FF2B5EF4-FFF2-40B4-BE49-F238E27FC236}">
                <a16:creationId xmlns:a16="http://schemas.microsoft.com/office/drawing/2014/main" id="{B10D1506-D1D5-48A0-85A8-1C19460409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25" y="1832775"/>
            <a:ext cx="3217200" cy="148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31" name="Google Shape;331;p47">
            <a:extLst xmlns:a="http://schemas.openxmlformats.org/drawingml/2006/main">
              <a:ext uri="{FF2B5EF4-FFF2-40B4-BE49-F238E27FC236}">
                <a16:creationId xmlns:a16="http://schemas.microsoft.com/office/drawing/2014/main" id="{EFC7C494-7A67-44E2-A79B-5703FBC6EC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06650" y="393750"/>
            <a:ext cx="4409700" cy="54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32" name="Google Shape;332;p47">
            <a:extLst xmlns:a="http://schemas.openxmlformats.org/drawingml/2006/main">
              <a:ext uri="{FF2B5EF4-FFF2-40B4-BE49-F238E27FC236}">
                <a16:creationId xmlns:a16="http://schemas.microsoft.com/office/drawing/2014/main" id="{713A8B3D-4032-4A45-9832-2155F9055B8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406650" y="1151705"/>
            <a:ext cx="4409700" cy="54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33" name="Google Shape;333;p47">
            <a:extLst xmlns:a="http://schemas.openxmlformats.org/drawingml/2006/main">
              <a:ext uri="{FF2B5EF4-FFF2-40B4-BE49-F238E27FC236}">
                <a16:creationId xmlns:a16="http://schemas.microsoft.com/office/drawing/2014/main" id="{2BF95DD4-B272-415A-A09B-A6345A067F8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406650" y="3425570"/>
            <a:ext cx="4409700" cy="54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34" name="Google Shape;334;p47">
            <a:extLst xmlns:a="http://schemas.openxmlformats.org/drawingml/2006/main">
              <a:ext uri="{FF2B5EF4-FFF2-40B4-BE49-F238E27FC236}">
                <a16:creationId xmlns:a16="http://schemas.microsoft.com/office/drawing/2014/main" id="{7A7AA24B-46E3-4EE1-8891-012D0CFA1D12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406650" y="1909660"/>
            <a:ext cx="4409700" cy="54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35" name="Google Shape;335;p47">
            <a:extLst xmlns:a="http://schemas.openxmlformats.org/drawingml/2006/main">
              <a:ext uri="{FF2B5EF4-FFF2-40B4-BE49-F238E27FC236}">
                <a16:creationId xmlns:a16="http://schemas.microsoft.com/office/drawing/2014/main" id="{BB2C1D8B-5908-4A54-B1A0-D5A6FA3A288F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406650" y="4183525"/>
            <a:ext cx="4409700" cy="54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36" name="Google Shape;336;p47">
            <a:extLst xmlns:a="http://schemas.openxmlformats.org/drawingml/2006/main">
              <a:ext uri="{FF2B5EF4-FFF2-40B4-BE49-F238E27FC236}">
                <a16:creationId xmlns:a16="http://schemas.microsoft.com/office/drawing/2014/main" id="{9C2BE36F-A658-4F41-BDED-3C41897C4E8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406650" y="2667615"/>
            <a:ext cx="4409700" cy="54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</p:spTree>
  </p:cSld>
</p:sldLayout>
</file>

<file path=ppt/slideLayouts/slideLayout46.xml><?xml version="1.0" encoding="utf-8"?>
<p:sldLayout xmlns:p="http://schemas.openxmlformats.org/presentationml/2006/main" matchingName="Title, body and image">
  <p:cSld name="Title, body and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8" name="Google Shape;338;p48">
            <a:extLst xmlns:a="http://schemas.openxmlformats.org/drawingml/2006/main">
              <a:ext uri="{FF2B5EF4-FFF2-40B4-BE49-F238E27FC236}">
                <a16:creationId xmlns:a16="http://schemas.microsoft.com/office/drawing/2014/main" id="{D5761F19-232B-4A7B-A3DE-C24756688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39" name="Google Shape;339;p48">
            <a:extLst xmlns:a="http://schemas.openxmlformats.org/drawingml/2006/main">
              <a:ext uri="{FF2B5EF4-FFF2-40B4-BE49-F238E27FC236}">
                <a16:creationId xmlns:a16="http://schemas.microsoft.com/office/drawing/2014/main" id="{76BA68EE-2834-4DC7-B273-5B0E8FFE49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4473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40" name="Google Shape;340;p48">
            <a:extLst xmlns:a="http://schemas.openxmlformats.org/drawingml/2006/main">
              <a:ext uri="{FF2B5EF4-FFF2-40B4-BE49-F238E27FC236}">
                <a16:creationId xmlns:a16="http://schemas.microsoft.com/office/drawing/2014/main" id="{DA7B7415-43B0-4026-A5EA-F2DF8DD6D7D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992024" y="1152775"/>
            <a:ext cx="38403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7.xml><?xml version="1.0" encoding="utf-8"?>
<p:sldLayout xmlns:p="http://schemas.openxmlformats.org/presentationml/2006/main" matchingName="Two big ideas">
  <p:cSld name="Two big ide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2" name="Google Shape;342;p49">
            <a:extLst xmlns:a="http://schemas.openxmlformats.org/drawingml/2006/main">
              <a:ext uri="{FF2B5EF4-FFF2-40B4-BE49-F238E27FC236}">
                <a16:creationId xmlns:a16="http://schemas.microsoft.com/office/drawing/2014/main" id="{08CE30E7-32D9-4FE5-A001-2F2ADD255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3175" y="450025"/>
            <a:ext cx="8184600" cy="75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 sz="3000"/>
            </a:lvl9pPr>
          </a:lstStyle>
          <a:p xmlns:a="http://schemas.openxmlformats.org/drawingml/2006/main"/>
        </p:txBody>
      </p:sp>
      <p:sp>
        <p:nvSpPr>
          <p:cNvPr id="343" name="Google Shape;343;p49">
            <a:extLst xmlns:a="http://schemas.openxmlformats.org/drawingml/2006/main">
              <a:ext uri="{FF2B5EF4-FFF2-40B4-BE49-F238E27FC236}">
                <a16:creationId xmlns:a16="http://schemas.microsoft.com/office/drawing/2014/main" id="{42B46702-249A-448C-A231-9F1F5A84C9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150" y="2237788"/>
            <a:ext cx="3619800" cy="23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44" name="Google Shape;344;p49">
            <a:extLst xmlns:a="http://schemas.openxmlformats.org/drawingml/2006/main">
              <a:ext uri="{FF2B5EF4-FFF2-40B4-BE49-F238E27FC236}">
                <a16:creationId xmlns:a16="http://schemas.microsoft.com/office/drawing/2014/main" id="{6D7D56BB-3846-4CCF-8E6F-D3DED391DC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048000" y="2237788"/>
            <a:ext cx="3619800" cy="23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45" name="Google Shape;345;p49">
            <a:extLst xmlns:a="http://schemas.openxmlformats.org/drawingml/2006/main">
              <a:ext uri="{FF2B5EF4-FFF2-40B4-BE49-F238E27FC236}">
                <a16:creationId xmlns:a16="http://schemas.microsoft.com/office/drawing/2014/main" id="{E7818634-54A6-4443-A693-B646721F125B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83150" y="1336161"/>
            <a:ext cx="3619800" cy="54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46" name="Google Shape;346;p49">
            <a:extLst xmlns:a="http://schemas.openxmlformats.org/drawingml/2006/main">
              <a:ext uri="{FF2B5EF4-FFF2-40B4-BE49-F238E27FC236}">
                <a16:creationId xmlns:a16="http://schemas.microsoft.com/office/drawing/2014/main" id="{A60A591D-A16C-4932-A0A6-68E55294B0F7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048000" y="1336161"/>
            <a:ext cx="3619800" cy="54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</p:spTree>
  </p:cSld>
</p:sldLayout>
</file>

<file path=ppt/slideLayouts/slideLayout48.xml><?xml version="1.0" encoding="utf-8"?>
<p:sldLayout xmlns:p="http://schemas.openxmlformats.org/presentationml/2006/main" matchingName="Three big ideas">
  <p:cSld name="Three big ide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8" name="Google Shape;348;p50">
            <a:extLst xmlns:a="http://schemas.openxmlformats.org/drawingml/2006/main">
              <a:ext uri="{FF2B5EF4-FFF2-40B4-BE49-F238E27FC236}">
                <a16:creationId xmlns:a16="http://schemas.microsoft.com/office/drawing/2014/main" id="{D1E093DE-86EB-47CF-829B-0D6F112794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3175" y="2417500"/>
            <a:ext cx="2455500" cy="23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49" name="Google Shape;349;p50">
            <a:extLst xmlns:a="http://schemas.openxmlformats.org/drawingml/2006/main">
              <a:ext uri="{FF2B5EF4-FFF2-40B4-BE49-F238E27FC236}">
                <a16:creationId xmlns:a16="http://schemas.microsoft.com/office/drawing/2014/main" id="{8CBDF73B-5E5E-447F-851E-ECC30E7F66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7725" y="2417500"/>
            <a:ext cx="2455500" cy="23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50" name="Google Shape;350;p50">
            <a:extLst xmlns:a="http://schemas.openxmlformats.org/drawingml/2006/main">
              <a:ext uri="{FF2B5EF4-FFF2-40B4-BE49-F238E27FC236}">
                <a16:creationId xmlns:a16="http://schemas.microsoft.com/office/drawing/2014/main" id="{7A5E9AE5-1B6C-4237-B179-9BB6177828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3175" y="450025"/>
            <a:ext cx="8184600" cy="75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 sz="3000"/>
            </a:lvl9pPr>
          </a:lstStyle>
          <a:p xmlns:a="http://schemas.openxmlformats.org/drawingml/2006/main"/>
        </p:txBody>
      </p:sp>
      <p:sp>
        <p:nvSpPr>
          <p:cNvPr id="351" name="Google Shape;351;p50">
            <a:extLst xmlns:a="http://schemas.openxmlformats.org/drawingml/2006/main">
              <a:ext uri="{FF2B5EF4-FFF2-40B4-BE49-F238E27FC236}">
                <a16:creationId xmlns:a16="http://schemas.microsoft.com/office/drawing/2014/main" id="{96A72C36-BACE-480A-9FFA-BDF7E5B0B10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83175" y="1336150"/>
            <a:ext cx="2455500" cy="77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52" name="Google Shape;352;p50">
            <a:extLst xmlns:a="http://schemas.openxmlformats.org/drawingml/2006/main">
              <a:ext uri="{FF2B5EF4-FFF2-40B4-BE49-F238E27FC236}">
                <a16:creationId xmlns:a16="http://schemas.microsoft.com/office/drawing/2014/main" id="{4240C7B6-CA67-4968-9B1E-0755BA43C64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347725" y="1336150"/>
            <a:ext cx="2455500" cy="77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53" name="Google Shape;353;p50">
            <a:extLst xmlns:a="http://schemas.openxmlformats.org/drawingml/2006/main">
              <a:ext uri="{FF2B5EF4-FFF2-40B4-BE49-F238E27FC236}">
                <a16:creationId xmlns:a16="http://schemas.microsoft.com/office/drawing/2014/main" id="{6327706B-C313-4C4C-AEA6-3A06BE2A7101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212275" y="1336150"/>
            <a:ext cx="2455500" cy="77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54" name="Google Shape;354;p50">
            <a:extLst xmlns:a="http://schemas.openxmlformats.org/drawingml/2006/main">
              <a:ext uri="{FF2B5EF4-FFF2-40B4-BE49-F238E27FC236}">
                <a16:creationId xmlns:a16="http://schemas.microsoft.com/office/drawing/2014/main" id="{90531728-A76D-4F6F-9C61-4061D08CEFF6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212275" y="2417500"/>
            <a:ext cx="2455500" cy="237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9.xml><?xml version="1.0" encoding="utf-8"?>
<p:sldLayout xmlns:p="http://schemas.openxmlformats.org/presentationml/2006/main" matchingName="Four big ideas">
  <p:cSld name="Four big ide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6" name="Google Shape;356;p51">
            <a:extLst xmlns:a="http://schemas.openxmlformats.org/drawingml/2006/main">
              <a:ext uri="{FF2B5EF4-FFF2-40B4-BE49-F238E27FC236}">
                <a16:creationId xmlns:a16="http://schemas.microsoft.com/office/drawing/2014/main" id="{54DE3AFE-B25B-4CCA-ADB2-2F5087D0C0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6725" y="1759093"/>
            <a:ext cx="3838500" cy="11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57" name="Google Shape;357;p51">
            <a:extLst xmlns:a="http://schemas.openxmlformats.org/drawingml/2006/main">
              <a:ext uri="{FF2B5EF4-FFF2-40B4-BE49-F238E27FC236}">
                <a16:creationId xmlns:a16="http://schemas.microsoft.com/office/drawing/2014/main" id="{3324D8E9-25C1-482C-9DA8-BA15CD77DA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8725" y="1759093"/>
            <a:ext cx="3838500" cy="11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58" name="Google Shape;358;p51">
            <a:extLst xmlns:a="http://schemas.openxmlformats.org/drawingml/2006/main">
              <a:ext uri="{FF2B5EF4-FFF2-40B4-BE49-F238E27FC236}">
                <a16:creationId xmlns:a16="http://schemas.microsoft.com/office/drawing/2014/main" id="{B8383D21-0F6D-4908-B4BD-A845DFF7DC2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66750" y="3648575"/>
            <a:ext cx="3838500" cy="11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59" name="Google Shape;359;p51">
            <a:extLst xmlns:a="http://schemas.openxmlformats.org/drawingml/2006/main">
              <a:ext uri="{FF2B5EF4-FFF2-40B4-BE49-F238E27FC236}">
                <a16:creationId xmlns:a16="http://schemas.microsoft.com/office/drawing/2014/main" id="{52C8A10D-86C8-47C9-8753-7948CDA5A8B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938750" y="3648575"/>
            <a:ext cx="3838500" cy="11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60" name="Google Shape;360;p51">
            <a:extLst xmlns:a="http://schemas.openxmlformats.org/drawingml/2006/main">
              <a:ext uri="{FF2B5EF4-FFF2-40B4-BE49-F238E27FC236}">
                <a16:creationId xmlns:a16="http://schemas.microsoft.com/office/drawing/2014/main" id="{85548397-DEA8-433B-AE0E-2C3BACF67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6750" y="450025"/>
            <a:ext cx="8184600" cy="75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 sz="3000"/>
            </a:lvl9pPr>
          </a:lstStyle>
          <a:p xmlns:a="http://schemas.openxmlformats.org/drawingml/2006/main"/>
        </p:txBody>
      </p:sp>
      <p:sp>
        <p:nvSpPr>
          <p:cNvPr id="361" name="Google Shape;361;p51">
            <a:extLst xmlns:a="http://schemas.openxmlformats.org/drawingml/2006/main">
              <a:ext uri="{FF2B5EF4-FFF2-40B4-BE49-F238E27FC236}">
                <a16:creationId xmlns:a16="http://schemas.microsoft.com/office/drawing/2014/main" id="{ACFCF60D-B276-42EB-8FC6-4C2AE380D694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66763" y="1277907"/>
            <a:ext cx="3838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62" name="Google Shape;362;p51">
            <a:extLst xmlns:a="http://schemas.openxmlformats.org/drawingml/2006/main">
              <a:ext uri="{FF2B5EF4-FFF2-40B4-BE49-F238E27FC236}">
                <a16:creationId xmlns:a16="http://schemas.microsoft.com/office/drawing/2014/main" id="{93F50177-B6A4-4292-9BEA-45207C2ED1B0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938738" y="1277907"/>
            <a:ext cx="3838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63" name="Google Shape;363;p51">
            <a:extLst xmlns:a="http://schemas.openxmlformats.org/drawingml/2006/main">
              <a:ext uri="{FF2B5EF4-FFF2-40B4-BE49-F238E27FC236}">
                <a16:creationId xmlns:a16="http://schemas.microsoft.com/office/drawing/2014/main" id="{61B9562F-88FF-4A3F-A72F-B0E861C21AFB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938761" y="3167363"/>
            <a:ext cx="3838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364" name="Google Shape;364;p51">
            <a:extLst xmlns:a="http://schemas.openxmlformats.org/drawingml/2006/main">
              <a:ext uri="{FF2B5EF4-FFF2-40B4-BE49-F238E27FC236}">
                <a16:creationId xmlns:a16="http://schemas.microsoft.com/office/drawing/2014/main" id="{A9891E72-3822-461D-9FC8-CC89BD13BCA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66750" y="3167363"/>
            <a:ext cx="3838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</p:spTree>
  </p:cSld>
</p:sldLayout>
</file>

<file path=ppt/slideLayouts/slideLayout50.xml><?xml version="1.0" encoding="utf-8"?>
<p:sldLayout xmlns:p="http://schemas.openxmlformats.org/presentationml/2006/main" matchingName="Title and image">
  <p:cSld name="Title and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6" name="Google Shape;366;p52">
            <a:extLst xmlns:a="http://schemas.openxmlformats.org/drawingml/2006/main">
              <a:ext uri="{FF2B5EF4-FFF2-40B4-BE49-F238E27FC236}">
                <a16:creationId xmlns:a16="http://schemas.microsoft.com/office/drawing/2014/main" id="{4B19F5BC-6E8E-4272-8B92-119754877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67" name="Google Shape;367;p52">
            <a:extLst xmlns:a="http://schemas.openxmlformats.org/drawingml/2006/main">
              <a:ext uri="{FF2B5EF4-FFF2-40B4-BE49-F238E27FC236}">
                <a16:creationId xmlns:a16="http://schemas.microsoft.com/office/drawing/2014/main" id="{07B6C1AE-1939-48A2-84F1-B6690A09FBE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11700" y="1170425"/>
            <a:ext cx="8520600" cy="349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51.xml><?xml version="1.0" encoding="utf-8"?>
<p:sldLayout xmlns:p="http://schemas.openxmlformats.org/presentationml/2006/main" matchingName="Two storyboards">
  <p:cSld name="Two storyboar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9" name="Google Shape;369;p53">
            <a:extLst xmlns:a="http://schemas.openxmlformats.org/drawingml/2006/main">
              <a:ext uri="{FF2B5EF4-FFF2-40B4-BE49-F238E27FC236}">
                <a16:creationId xmlns:a16="http://schemas.microsoft.com/office/drawing/2014/main" id="{9037374A-122C-4BE6-8BDA-D5B97E4661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080225"/>
            <a:ext cx="40275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70" name="Google Shape;370;p53">
            <a:extLst xmlns:a="http://schemas.openxmlformats.org/drawingml/2006/main">
              <a:ext uri="{FF2B5EF4-FFF2-40B4-BE49-F238E27FC236}">
                <a16:creationId xmlns:a16="http://schemas.microsoft.com/office/drawing/2014/main" id="{5CCE6216-F3B8-471E-BAE7-B654E91BAD4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804825" y="1133300"/>
            <a:ext cx="4027500" cy="239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1" name="Google Shape;371;p53">
            <a:extLst xmlns:a="http://schemas.openxmlformats.org/drawingml/2006/main">
              <a:ext uri="{FF2B5EF4-FFF2-40B4-BE49-F238E27FC236}">
                <a16:creationId xmlns:a16="http://schemas.microsoft.com/office/drawing/2014/main" id="{A2D4DBCC-A934-40E2-B9A6-9A172F8AAC31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11725" y="1133300"/>
            <a:ext cx="4027500" cy="239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2" name="Google Shape;372;p53">
            <a:extLst xmlns:a="http://schemas.openxmlformats.org/drawingml/2006/main">
              <a:ext uri="{FF2B5EF4-FFF2-40B4-BE49-F238E27FC236}">
                <a16:creationId xmlns:a16="http://schemas.microsoft.com/office/drawing/2014/main" id="{69DDE65B-3BD6-4934-9C82-AC0A15919E3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04825" y="4080225"/>
            <a:ext cx="40275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73" name="Google Shape;373;p53">
            <a:extLst xmlns:a="http://schemas.openxmlformats.org/drawingml/2006/main">
              <a:ext uri="{FF2B5EF4-FFF2-40B4-BE49-F238E27FC236}">
                <a16:creationId xmlns:a16="http://schemas.microsoft.com/office/drawing/2014/main" id="{C54CF228-E8DF-4E77-AD18-A76CDD0AA5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74" name="Google Shape;374;p53">
            <a:extLst xmlns:a="http://schemas.openxmlformats.org/drawingml/2006/main">
              <a:ext uri="{FF2B5EF4-FFF2-40B4-BE49-F238E27FC236}">
                <a16:creationId xmlns:a16="http://schemas.microsoft.com/office/drawing/2014/main" id="{2981F87E-0CA5-41CC-816E-02742AF8CE6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11725" y="3582900"/>
            <a:ext cx="4027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375" name="Google Shape;375;p53">
            <a:extLst xmlns:a="http://schemas.openxmlformats.org/drawingml/2006/main">
              <a:ext uri="{FF2B5EF4-FFF2-40B4-BE49-F238E27FC236}">
                <a16:creationId xmlns:a16="http://schemas.microsoft.com/office/drawing/2014/main" id="{9FAADAA8-9FA4-4FDB-92B5-C3146942752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4804825" y="3582900"/>
            <a:ext cx="40275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</p:spTree>
  </p:cSld>
</p:sldLayout>
</file>

<file path=ppt/slideLayouts/slideLayout52.xml><?xml version="1.0" encoding="utf-8"?>
<p:sldLayout xmlns:p="http://schemas.openxmlformats.org/presentationml/2006/main" matchingName="Three storyboards">
  <p:cSld name="Three storyboar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7" name="Google Shape;377;p54">
            <a:extLst xmlns:a="http://schemas.openxmlformats.org/drawingml/2006/main">
              <a:ext uri="{FF2B5EF4-FFF2-40B4-BE49-F238E27FC236}">
                <a16:creationId xmlns:a16="http://schemas.microsoft.com/office/drawing/2014/main" id="{4DE3BA65-68D7-4AB5-A33D-BFEEC81AD1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911700"/>
            <a:ext cx="2627100" cy="101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78" name="Google Shape;378;p54">
            <a:extLst xmlns:a="http://schemas.openxmlformats.org/drawingml/2006/main">
              <a:ext uri="{FF2B5EF4-FFF2-40B4-BE49-F238E27FC236}">
                <a16:creationId xmlns:a16="http://schemas.microsoft.com/office/drawing/2014/main" id="{A218AEFF-EBC2-4157-AAF2-C8A0BB2DBBD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205225" y="1128325"/>
            <a:ext cx="2627100" cy="22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9" name="Google Shape;379;p54">
            <a:extLst xmlns:a="http://schemas.openxmlformats.org/drawingml/2006/main">
              <a:ext uri="{FF2B5EF4-FFF2-40B4-BE49-F238E27FC236}">
                <a16:creationId xmlns:a16="http://schemas.microsoft.com/office/drawing/2014/main" id="{4D7A3D63-7572-46C9-9A13-12E396C7DC52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11725" y="1128325"/>
            <a:ext cx="2627100" cy="22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80" name="Google Shape;380;p54">
            <a:extLst xmlns:a="http://schemas.openxmlformats.org/drawingml/2006/main">
              <a:ext uri="{FF2B5EF4-FFF2-40B4-BE49-F238E27FC236}">
                <a16:creationId xmlns:a16="http://schemas.microsoft.com/office/drawing/2014/main" id="{3ABBCD33-6547-479C-907D-ED5A06073B5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205225" y="3911700"/>
            <a:ext cx="2627100" cy="101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81" name="Google Shape;381;p54">
            <a:extLst xmlns:a="http://schemas.openxmlformats.org/drawingml/2006/main">
              <a:ext uri="{FF2B5EF4-FFF2-40B4-BE49-F238E27FC236}">
                <a16:creationId xmlns:a16="http://schemas.microsoft.com/office/drawing/2014/main" id="{F66917C2-0506-4792-B546-2389C080F9E0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3255250" y="1128325"/>
            <a:ext cx="2627100" cy="22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82" name="Google Shape;382;p54">
            <a:extLst xmlns:a="http://schemas.openxmlformats.org/drawingml/2006/main">
              <a:ext uri="{FF2B5EF4-FFF2-40B4-BE49-F238E27FC236}">
                <a16:creationId xmlns:a16="http://schemas.microsoft.com/office/drawing/2014/main" id="{0DF62FE8-1946-4DED-A247-40192F382B63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255250" y="3911700"/>
            <a:ext cx="2627100" cy="101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83" name="Google Shape;383;p54">
            <a:extLst xmlns:a="http://schemas.openxmlformats.org/drawingml/2006/main">
              <a:ext uri="{FF2B5EF4-FFF2-40B4-BE49-F238E27FC236}">
                <a16:creationId xmlns:a16="http://schemas.microsoft.com/office/drawing/2014/main" id="{FBF97AE4-B595-469F-B94F-230F6BC94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84" name="Google Shape;384;p54">
            <a:extLst xmlns:a="http://schemas.openxmlformats.org/drawingml/2006/main">
              <a:ext uri="{FF2B5EF4-FFF2-40B4-BE49-F238E27FC236}">
                <a16:creationId xmlns:a16="http://schemas.microsoft.com/office/drawing/2014/main" id="{EAD141A5-8D61-4E6B-96E4-C4EC3C4784A7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311725" y="3430500"/>
            <a:ext cx="26271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385" name="Google Shape;385;p54">
            <a:extLst xmlns:a="http://schemas.openxmlformats.org/drawingml/2006/main">
              <a:ext uri="{FF2B5EF4-FFF2-40B4-BE49-F238E27FC236}">
                <a16:creationId xmlns:a16="http://schemas.microsoft.com/office/drawing/2014/main" id="{F5025692-309B-488D-9173-174324A66067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6205225" y="3430500"/>
            <a:ext cx="26271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386" name="Google Shape;386;p54">
            <a:extLst xmlns:a="http://schemas.openxmlformats.org/drawingml/2006/main">
              <a:ext uri="{FF2B5EF4-FFF2-40B4-BE49-F238E27FC236}">
                <a16:creationId xmlns:a16="http://schemas.microsoft.com/office/drawing/2014/main" id="{F590902F-9316-4B33-9279-BFBBDB083677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3255250" y="3430500"/>
            <a:ext cx="2627100" cy="4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</p:spTree>
  </p:cSld>
</p:sldLayout>
</file>

<file path=ppt/slideLayouts/slideLayout53.xml><?xml version="1.0" encoding="utf-8"?>
<p:sldLayout xmlns:p="http://schemas.openxmlformats.org/presentationml/2006/main" matchingName="Image only">
  <p:cSld name="Imag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8" name="Google Shape;388;p55">
            <a:extLst xmlns:a="http://schemas.openxmlformats.org/drawingml/2006/main">
              <a:ext uri="{FF2B5EF4-FFF2-40B4-BE49-F238E27FC236}">
                <a16:creationId xmlns:a16="http://schemas.microsoft.com/office/drawing/2014/main" id="{1A645204-D72E-47D4-9892-39154F6856D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11700" y="445025"/>
            <a:ext cx="8520600" cy="421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54.xml><?xml version="1.0" encoding="utf-8"?>
<p:sldLayout xmlns:p="http://schemas.openxmlformats.org/presentationml/2006/main" matchingName="Image grid">
  <p:cSld name="Image gri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Google Shape;390;p56">
            <a:extLst xmlns:a="http://schemas.openxmlformats.org/drawingml/2006/main">
              <a:ext uri="{FF2B5EF4-FFF2-40B4-BE49-F238E27FC236}">
                <a16:creationId xmlns:a16="http://schemas.microsoft.com/office/drawing/2014/main" id="{39025F28-0C10-4181-9E00-3A559E55ED7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389600" y="118913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1" name="Google Shape;391;p56">
            <a:extLst xmlns:a="http://schemas.openxmlformats.org/drawingml/2006/main">
              <a:ext uri="{FF2B5EF4-FFF2-40B4-BE49-F238E27FC236}">
                <a16:creationId xmlns:a16="http://schemas.microsoft.com/office/drawing/2014/main" id="{0FC8C4C0-B13C-482B-A2A7-B3620D3C7FFC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195935" y="118913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2" name="Google Shape;392;p56">
            <a:extLst xmlns:a="http://schemas.openxmlformats.org/drawingml/2006/main">
              <a:ext uri="{FF2B5EF4-FFF2-40B4-BE49-F238E27FC236}">
                <a16:creationId xmlns:a16="http://schemas.microsoft.com/office/drawing/2014/main" id="{6D87BB20-5AFA-479F-B6ED-05F7347FB01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7002270" y="118913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3" name="Google Shape;393;p56">
            <a:extLst xmlns:a="http://schemas.openxmlformats.org/drawingml/2006/main">
              <a:ext uri="{FF2B5EF4-FFF2-40B4-BE49-F238E27FC236}">
                <a16:creationId xmlns:a16="http://schemas.microsoft.com/office/drawing/2014/main" id="{6C3882AD-2A81-4FEC-8CE3-01D797A4F503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3389588" y="1804212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4" name="Google Shape;394;p56">
            <a:extLst xmlns:a="http://schemas.openxmlformats.org/drawingml/2006/main">
              <a:ext uri="{FF2B5EF4-FFF2-40B4-BE49-F238E27FC236}">
                <a16:creationId xmlns:a16="http://schemas.microsoft.com/office/drawing/2014/main" id="{DF99A8AC-8B8D-490C-9B65-F0C5C81CC06D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5195922" y="1804212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5" name="Google Shape;395;p56">
            <a:extLst xmlns:a="http://schemas.openxmlformats.org/drawingml/2006/main">
              <a:ext uri="{FF2B5EF4-FFF2-40B4-BE49-F238E27FC236}">
                <a16:creationId xmlns:a16="http://schemas.microsoft.com/office/drawing/2014/main" id="{95D4BEF4-C17B-40C7-B1AA-84D072C9C58A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7002257" y="1804212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6" name="Google Shape;396;p56">
            <a:extLst xmlns:a="http://schemas.openxmlformats.org/drawingml/2006/main">
              <a:ext uri="{FF2B5EF4-FFF2-40B4-BE49-F238E27FC236}">
                <a16:creationId xmlns:a16="http://schemas.microsoft.com/office/drawing/2014/main" id="{D865518E-0461-4BD4-8426-4B32DD446F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1550" y="445025"/>
            <a:ext cx="2596800" cy="17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397" name="Google Shape;397;p56">
            <a:extLst xmlns:a="http://schemas.openxmlformats.org/drawingml/2006/main">
              <a:ext uri="{FF2B5EF4-FFF2-40B4-BE49-F238E27FC236}">
                <a16:creationId xmlns:a16="http://schemas.microsoft.com/office/drawing/2014/main" id="{D96ADEEA-D003-4321-B55A-036EDCE75916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3389588" y="3489487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8" name="Google Shape;398;p56">
            <a:extLst xmlns:a="http://schemas.openxmlformats.org/drawingml/2006/main">
              <a:ext uri="{FF2B5EF4-FFF2-40B4-BE49-F238E27FC236}">
                <a16:creationId xmlns:a16="http://schemas.microsoft.com/office/drawing/2014/main" id="{8A13170A-4EB7-4048-A310-55B5D708BF64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>
            <a:off x="5195922" y="3489487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9" name="Google Shape;399;p56">
            <a:extLst xmlns:a="http://schemas.openxmlformats.org/drawingml/2006/main">
              <a:ext uri="{FF2B5EF4-FFF2-40B4-BE49-F238E27FC236}">
                <a16:creationId xmlns:a16="http://schemas.microsoft.com/office/drawing/2014/main" id="{D0BDC58F-0240-47F0-8343-36BE221CC2A8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002257" y="3489487"/>
            <a:ext cx="1643700" cy="15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1d9eba175a44c7" /><Relationship Type="http://schemas.openxmlformats.org/officeDocument/2006/relationships/slideLayout" Target="/ppt/slideLayouts/slideLayout1.xml" Id="R00b8b8a39a27427b" /><Relationship Type="http://schemas.openxmlformats.org/officeDocument/2006/relationships/slideLayout" Target="/ppt/slideLayouts/slideLayout2.xml" Id="R93377c28195846d2" /><Relationship Type="http://schemas.openxmlformats.org/officeDocument/2006/relationships/slideLayout" Target="/ppt/slideLayouts/slideLayout3.xml" Id="R9bd616893b534309" /><Relationship Type="http://schemas.openxmlformats.org/officeDocument/2006/relationships/slideLayout" Target="/ppt/slideLayouts/slideLayout4.xml" Id="Redf2924288dd41e5" /><Relationship Type="http://schemas.openxmlformats.org/officeDocument/2006/relationships/slideLayout" Target="/ppt/slideLayouts/slideLayout5.xml" Id="R19db8b0f7df14350" /><Relationship Type="http://schemas.openxmlformats.org/officeDocument/2006/relationships/slideLayout" Target="/ppt/slideLayouts/slideLayout6.xml" Id="R156f4fd47a084126" /><Relationship Type="http://schemas.openxmlformats.org/officeDocument/2006/relationships/slideLayout" Target="/ppt/slideLayouts/slideLayout7.xml" Id="Rb3994123861b44f6" /><Relationship Type="http://schemas.openxmlformats.org/officeDocument/2006/relationships/slideLayout" Target="/ppt/slideLayouts/slideLayout8.xml" Id="R55685eb60dba418f" /><Relationship Type="http://schemas.openxmlformats.org/officeDocument/2006/relationships/slideLayout" Target="/ppt/slideLayouts/slideLayout9.xml" Id="R8da4fed113d24554" /><Relationship Type="http://schemas.openxmlformats.org/officeDocument/2006/relationships/slideLayout" Target="/ppt/slideLayouts/slideLayout10.xml" Id="R34c9f5af91be4ee6" /><Relationship Type="http://schemas.openxmlformats.org/officeDocument/2006/relationships/slideLayout" Target="/ppt/slideLayouts/slideLayout11.xml" Id="Rc7ca25ad6e8e441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1192fc32bd84e7d" /><Relationship Type="http://schemas.openxmlformats.org/officeDocument/2006/relationships/slideLayout" Target="/ppt/slideLayouts/slideLayout12.xml" Id="Re5d9a3af1cb3403c" /><Relationship Type="http://schemas.openxmlformats.org/officeDocument/2006/relationships/slideLayout" Target="/ppt/slideLayouts/slideLayout13.xml" Id="R8f71fc85dfaa483d" /><Relationship Type="http://schemas.openxmlformats.org/officeDocument/2006/relationships/slideLayout" Target="/ppt/slideLayouts/slideLayout14.xml" Id="Rf9b9f2c58bba4a2d" /><Relationship Type="http://schemas.openxmlformats.org/officeDocument/2006/relationships/slideLayout" Target="/ppt/slideLayouts/slideLayout15.xml" Id="R987e890d20eb46f8" /><Relationship Type="http://schemas.openxmlformats.org/officeDocument/2006/relationships/slideLayout" Target="/ppt/slideLayouts/slideLayout16.xml" Id="R1d4382bd50a64a1d" /><Relationship Type="http://schemas.openxmlformats.org/officeDocument/2006/relationships/slideLayout" Target="/ppt/slideLayouts/slideLayout17.xml" Id="R6e7f4abe99db41e7" /><Relationship Type="http://schemas.openxmlformats.org/officeDocument/2006/relationships/slideLayout" Target="/ppt/slideLayouts/slideLayout18.xml" Id="Rf7cc89065e3a4930" /><Relationship Type="http://schemas.openxmlformats.org/officeDocument/2006/relationships/slideLayout" Target="/ppt/slideLayouts/slideLayout19.xml" Id="R3b7d959808a74206" /><Relationship Type="http://schemas.openxmlformats.org/officeDocument/2006/relationships/slideLayout" Target="/ppt/slideLayouts/slideLayout20.xml" Id="R08391a1b585f482e" /><Relationship Type="http://schemas.openxmlformats.org/officeDocument/2006/relationships/slideLayout" Target="/ppt/slideLayouts/slideLayout21.xml" Id="Raf4ca49b58c84ea6" /><Relationship Type="http://schemas.openxmlformats.org/officeDocument/2006/relationships/slideLayout" Target="/ppt/slideLayouts/slideLayout22.xml" Id="R308a33f191a94d50" /><Relationship Type="http://schemas.openxmlformats.org/officeDocument/2006/relationships/slideLayout" Target="/ppt/slideLayouts/slideLayout23.xml" Id="Rd10a273969394a4c" /><Relationship Type="http://schemas.openxmlformats.org/officeDocument/2006/relationships/slideLayout" Target="/ppt/slideLayouts/slideLayout24.xml" Id="R5c88ed8328dd451a" /><Relationship Type="http://schemas.openxmlformats.org/officeDocument/2006/relationships/slideLayout" Target="/ppt/slideLayouts/slideLayout25.xml" Id="R667cfd9102d64a9f" /><Relationship Type="http://schemas.openxmlformats.org/officeDocument/2006/relationships/slideLayout" Target="/ppt/slideLayouts/slideLayout26.xml" Id="Rf100066e6f19455c" /><Relationship Type="http://schemas.openxmlformats.org/officeDocument/2006/relationships/slideLayout" Target="/ppt/slideLayouts/slideLayout27.xml" Id="R093909854ee74dc0" /><Relationship Type="http://schemas.openxmlformats.org/officeDocument/2006/relationships/slideLayout" Target="/ppt/slideLayouts/slideLayout28.xml" Id="Rca9ccf806dc3491b" /><Relationship Type="http://schemas.openxmlformats.org/officeDocument/2006/relationships/slideLayout" Target="/ppt/slideLayouts/slideLayout29.xml" Id="Rd220a0104cbd44d5" /><Relationship Type="http://schemas.openxmlformats.org/officeDocument/2006/relationships/slideLayout" Target="/ppt/slideLayouts/slideLayout30.xml" Id="Raa6d2fb0e8014cc7" /><Relationship Type="http://schemas.openxmlformats.org/officeDocument/2006/relationships/slideLayout" Target="/ppt/slideLayouts/slideLayout31.xml" Id="R2e538ad9b5974758" /><Relationship Type="http://schemas.openxmlformats.org/officeDocument/2006/relationships/slideLayout" Target="/ppt/slideLayouts/slideLayout32.xml" Id="Rc1c08031d6fc4d0d" /><Relationship Type="http://schemas.openxmlformats.org/officeDocument/2006/relationships/slideLayout" Target="/ppt/slideLayouts/slideLayout33.xml" Id="Rcbfbc002e2a244dd" /><Relationship Type="http://schemas.openxmlformats.org/officeDocument/2006/relationships/slideLayout" Target="/ppt/slideLayouts/slideLayout34.xml" Id="R9663a3cb6db94910" /><Relationship Type="http://schemas.openxmlformats.org/officeDocument/2006/relationships/slideLayout" Target="/ppt/slideLayouts/slideLayout35.xml" Id="Rd4dbda0d868a43f7" /><Relationship Type="http://schemas.openxmlformats.org/officeDocument/2006/relationships/slideLayout" Target="/ppt/slideLayouts/slideLayout36.xml" Id="Rb2de28a983314c6d" /><Relationship Type="http://schemas.openxmlformats.org/officeDocument/2006/relationships/slideLayout" Target="/ppt/slideLayouts/slideLayout37.xml" Id="Rba87ab1255dc482c" /><Relationship Type="http://schemas.openxmlformats.org/officeDocument/2006/relationships/slideLayout" Target="/ppt/slideLayouts/slideLayout38.xml" Id="R7837344309114b0c" /><Relationship Type="http://schemas.openxmlformats.org/officeDocument/2006/relationships/slideLayout" Target="/ppt/slideLayouts/slideLayout39.xml" Id="R70fd36e9430f4715" /><Relationship Type="http://schemas.openxmlformats.org/officeDocument/2006/relationships/slideLayout" Target="/ppt/slideLayouts/slideLayout40.xml" Id="R1a163c8d76b34dd0" /><Relationship Type="http://schemas.openxmlformats.org/officeDocument/2006/relationships/slideLayout" Target="/ppt/slideLayouts/slideLayout41.xml" Id="R8326e6bff4e44788" /><Relationship Type="http://schemas.openxmlformats.org/officeDocument/2006/relationships/slideLayout" Target="/ppt/slideLayouts/slideLayout42.xml" Id="Rdeb544e135324459" /><Relationship Type="http://schemas.openxmlformats.org/officeDocument/2006/relationships/slideLayout" Target="/ppt/slideLayouts/slideLayout43.xml" Id="Rc20a832535f74c79" /><Relationship Type="http://schemas.openxmlformats.org/officeDocument/2006/relationships/slideLayout" Target="/ppt/slideLayouts/slideLayout44.xml" Id="R59b99b3a52fb4a73" /><Relationship Type="http://schemas.openxmlformats.org/officeDocument/2006/relationships/slideLayout" Target="/ppt/slideLayouts/slideLayout45.xml" Id="R71e1c10bac3c4485" /><Relationship Type="http://schemas.openxmlformats.org/officeDocument/2006/relationships/slideLayout" Target="/ppt/slideLayouts/slideLayout46.xml" Id="Ra5e5525693fd434d" /><Relationship Type="http://schemas.openxmlformats.org/officeDocument/2006/relationships/slideLayout" Target="/ppt/slideLayouts/slideLayout47.xml" Id="R90773c65dd0f4755" /><Relationship Type="http://schemas.openxmlformats.org/officeDocument/2006/relationships/slideLayout" Target="/ppt/slideLayouts/slideLayout48.xml" Id="R56b8d99247b14dcc" /><Relationship Type="http://schemas.openxmlformats.org/officeDocument/2006/relationships/slideLayout" Target="/ppt/slideLayouts/slideLayout49.xml" Id="Rac59e2d864c14a62" /><Relationship Type="http://schemas.openxmlformats.org/officeDocument/2006/relationships/slideLayout" Target="/ppt/slideLayouts/slideLayout50.xml" Id="R8d1f9295e418422e" /><Relationship Type="http://schemas.openxmlformats.org/officeDocument/2006/relationships/slideLayout" Target="/ppt/slideLayouts/slideLayout51.xml" Id="R51badd14670d4a33" /><Relationship Type="http://schemas.openxmlformats.org/officeDocument/2006/relationships/slideLayout" Target="/ppt/slideLayouts/slideLayout52.xml" Id="Rd9558e30933a4ef9" /><Relationship Type="http://schemas.openxmlformats.org/officeDocument/2006/relationships/slideLayout" Target="/ppt/slideLayouts/slideLayout53.xml" Id="Rc2a4115ead87419d" /><Relationship Type="http://schemas.openxmlformats.org/officeDocument/2006/relationships/slideLayout" Target="/ppt/slideLayouts/slideLayout54.xml" Id="Raa67c9bbeb0045c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84EC7B9-E024-4B89-A1D3-76F4279047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B2FF108-B1F9-4676-978A-C85A0C6473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D020AE21-48E8-45CE-ABBA-67F61F0436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b8b8a39a27427b"/>
    <p:sldLayoutId xmlns:r="http://schemas.openxmlformats.org/officeDocument/2006/relationships" id="2147483650" r:id="R93377c28195846d2"/>
    <p:sldLayoutId xmlns:r="http://schemas.openxmlformats.org/officeDocument/2006/relationships" id="2147483651" r:id="R9bd616893b534309"/>
    <p:sldLayoutId xmlns:r="http://schemas.openxmlformats.org/officeDocument/2006/relationships" id="2147483652" r:id="Redf2924288dd41e5"/>
    <p:sldLayoutId xmlns:r="http://schemas.openxmlformats.org/officeDocument/2006/relationships" id="2147483653" r:id="R19db8b0f7df14350"/>
    <p:sldLayoutId xmlns:r="http://schemas.openxmlformats.org/officeDocument/2006/relationships" id="2147483654" r:id="R156f4fd47a084126"/>
    <p:sldLayoutId xmlns:r="http://schemas.openxmlformats.org/officeDocument/2006/relationships" id="2147483655" r:id="Rb3994123861b44f6"/>
    <p:sldLayoutId xmlns:r="http://schemas.openxmlformats.org/officeDocument/2006/relationships" id="2147483656" r:id="R55685eb60dba418f"/>
    <p:sldLayoutId xmlns:r="http://schemas.openxmlformats.org/officeDocument/2006/relationships" id="2147483657" r:id="R8da4fed113d24554"/>
    <p:sldLayoutId xmlns:r="http://schemas.openxmlformats.org/officeDocument/2006/relationships" id="2147483658" r:id="R34c9f5af91be4ee6"/>
    <p:sldLayoutId xmlns:r="http://schemas.openxmlformats.org/officeDocument/2006/relationships" id="2147483659" r:id="Rc7ca25ad6e8e441a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28705E6F-2F6F-484E-935B-86486A357C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4850" y="285900"/>
            <a:ext cx="6423900" cy="5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5AF4A18B-1C81-4C21-9576-F2AB3ABE95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4850" y="2001325"/>
            <a:ext cx="4088100" cy="24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5d9a3af1cb3403c"/>
    <p:sldLayoutId xmlns:r="http://schemas.openxmlformats.org/officeDocument/2006/relationships" id="2147483662" r:id="R8f71fc85dfaa483d"/>
    <p:sldLayoutId xmlns:r="http://schemas.openxmlformats.org/officeDocument/2006/relationships" id="2147483663" r:id="Rf9b9f2c58bba4a2d"/>
    <p:sldLayoutId xmlns:r="http://schemas.openxmlformats.org/officeDocument/2006/relationships" id="2147483664" r:id="R987e890d20eb46f8"/>
    <p:sldLayoutId xmlns:r="http://schemas.openxmlformats.org/officeDocument/2006/relationships" id="2147483665" r:id="R1d4382bd50a64a1d"/>
    <p:sldLayoutId xmlns:r="http://schemas.openxmlformats.org/officeDocument/2006/relationships" id="2147483666" r:id="R6e7f4abe99db41e7"/>
    <p:sldLayoutId xmlns:r="http://schemas.openxmlformats.org/officeDocument/2006/relationships" id="2147483667" r:id="Rf7cc89065e3a4930"/>
    <p:sldLayoutId xmlns:r="http://schemas.openxmlformats.org/officeDocument/2006/relationships" id="2147483668" r:id="R3b7d959808a74206"/>
    <p:sldLayoutId xmlns:r="http://schemas.openxmlformats.org/officeDocument/2006/relationships" id="2147483669" r:id="R08391a1b585f482e"/>
    <p:sldLayoutId xmlns:r="http://schemas.openxmlformats.org/officeDocument/2006/relationships" id="2147483670" r:id="Raf4ca49b58c84ea6"/>
    <p:sldLayoutId xmlns:r="http://schemas.openxmlformats.org/officeDocument/2006/relationships" id="2147483671" r:id="R308a33f191a94d50"/>
    <p:sldLayoutId xmlns:r="http://schemas.openxmlformats.org/officeDocument/2006/relationships" id="2147483672" r:id="Rd10a273969394a4c"/>
    <p:sldLayoutId xmlns:r="http://schemas.openxmlformats.org/officeDocument/2006/relationships" id="2147483673" r:id="R5c88ed8328dd451a"/>
    <p:sldLayoutId xmlns:r="http://schemas.openxmlformats.org/officeDocument/2006/relationships" id="2147483674" r:id="R667cfd9102d64a9f"/>
    <p:sldLayoutId xmlns:r="http://schemas.openxmlformats.org/officeDocument/2006/relationships" id="2147483675" r:id="Rf100066e6f19455c"/>
    <p:sldLayoutId xmlns:r="http://schemas.openxmlformats.org/officeDocument/2006/relationships" id="2147483676" r:id="R093909854ee74dc0"/>
    <p:sldLayoutId xmlns:r="http://schemas.openxmlformats.org/officeDocument/2006/relationships" id="2147483677" r:id="Rca9ccf806dc3491b"/>
    <p:sldLayoutId xmlns:r="http://schemas.openxmlformats.org/officeDocument/2006/relationships" id="2147483678" r:id="Rd220a0104cbd44d5"/>
    <p:sldLayoutId xmlns:r="http://schemas.openxmlformats.org/officeDocument/2006/relationships" id="2147483679" r:id="Raa6d2fb0e8014cc7"/>
    <p:sldLayoutId xmlns:r="http://schemas.openxmlformats.org/officeDocument/2006/relationships" id="2147483680" r:id="R2e538ad9b5974758"/>
    <p:sldLayoutId xmlns:r="http://schemas.openxmlformats.org/officeDocument/2006/relationships" id="2147483681" r:id="Rc1c08031d6fc4d0d"/>
    <p:sldLayoutId xmlns:r="http://schemas.openxmlformats.org/officeDocument/2006/relationships" id="2147483682" r:id="Rcbfbc002e2a244dd"/>
    <p:sldLayoutId xmlns:r="http://schemas.openxmlformats.org/officeDocument/2006/relationships" id="2147483683" r:id="R9663a3cb6db94910"/>
    <p:sldLayoutId xmlns:r="http://schemas.openxmlformats.org/officeDocument/2006/relationships" id="2147483684" r:id="Rd4dbda0d868a43f7"/>
    <p:sldLayoutId xmlns:r="http://schemas.openxmlformats.org/officeDocument/2006/relationships" id="2147483685" r:id="Rb2de28a983314c6d"/>
    <p:sldLayoutId xmlns:r="http://schemas.openxmlformats.org/officeDocument/2006/relationships" id="2147483686" r:id="Rba87ab1255dc482c"/>
    <p:sldLayoutId xmlns:r="http://schemas.openxmlformats.org/officeDocument/2006/relationships" id="2147483687" r:id="R7837344309114b0c"/>
    <p:sldLayoutId xmlns:r="http://schemas.openxmlformats.org/officeDocument/2006/relationships" id="2147483688" r:id="R70fd36e9430f4715"/>
    <p:sldLayoutId xmlns:r="http://schemas.openxmlformats.org/officeDocument/2006/relationships" id="2147483689" r:id="R1a163c8d76b34dd0"/>
    <p:sldLayoutId xmlns:r="http://schemas.openxmlformats.org/officeDocument/2006/relationships" id="2147483690" r:id="R8326e6bff4e44788"/>
    <p:sldLayoutId xmlns:r="http://schemas.openxmlformats.org/officeDocument/2006/relationships" id="2147483691" r:id="Rdeb544e135324459"/>
    <p:sldLayoutId xmlns:r="http://schemas.openxmlformats.org/officeDocument/2006/relationships" id="2147483692" r:id="Rc20a832535f74c79"/>
    <p:sldLayoutId xmlns:r="http://schemas.openxmlformats.org/officeDocument/2006/relationships" id="2147483693" r:id="R59b99b3a52fb4a73"/>
    <p:sldLayoutId xmlns:r="http://schemas.openxmlformats.org/officeDocument/2006/relationships" id="2147483694" r:id="R71e1c10bac3c4485"/>
    <p:sldLayoutId xmlns:r="http://schemas.openxmlformats.org/officeDocument/2006/relationships" id="2147483695" r:id="Ra5e5525693fd434d"/>
    <p:sldLayoutId xmlns:r="http://schemas.openxmlformats.org/officeDocument/2006/relationships" id="2147483696" r:id="R90773c65dd0f4755"/>
    <p:sldLayoutId xmlns:r="http://schemas.openxmlformats.org/officeDocument/2006/relationships" id="2147483697" r:id="R56b8d99247b14dcc"/>
    <p:sldLayoutId xmlns:r="http://schemas.openxmlformats.org/officeDocument/2006/relationships" id="2147483698" r:id="Rac59e2d864c14a62"/>
    <p:sldLayoutId xmlns:r="http://schemas.openxmlformats.org/officeDocument/2006/relationships" id="2147483699" r:id="R8d1f9295e418422e"/>
    <p:sldLayoutId xmlns:r="http://schemas.openxmlformats.org/officeDocument/2006/relationships" id="2147483700" r:id="R51badd14670d4a33"/>
    <p:sldLayoutId xmlns:r="http://schemas.openxmlformats.org/officeDocument/2006/relationships" id="2147483701" r:id="Rd9558e30933a4ef9"/>
    <p:sldLayoutId xmlns:r="http://schemas.openxmlformats.org/officeDocument/2006/relationships" id="2147483702" r:id="Rc2a4115ead87419d"/>
    <p:sldLayoutId xmlns:r="http://schemas.openxmlformats.org/officeDocument/2006/relationships" id="2147483703" r:id="Raa67c9bbeb0045c9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75">
          <p15:clr>
            <a:srgbClr xmlns:a="http://schemas.openxmlformats.org/drawingml/2006/main" val="E46962"/>
          </p15:clr>
        </p15:guide>
        <p15:guide id="2" orient="horz" pos="3061">
          <p15:clr>
            <a:srgbClr xmlns:a="http://schemas.openxmlformats.org/drawingml/2006/main" val="E46962"/>
          </p15:clr>
        </p15:guide>
        <p15:guide id="3" orient="horz" pos="175">
          <p15:clr>
            <a:srgbClr xmlns:a="http://schemas.openxmlformats.org/drawingml/2006/main" val="E46962"/>
          </p15:clr>
        </p15:guide>
        <p15:guide id="4" pos="5585">
          <p15:clr>
            <a:srgbClr xmlns:a="http://schemas.openxmlformats.org/drawingml/2006/main" val="E46962"/>
          </p15:clr>
        </p15:guide>
        <p15:guide id="5" orient="horz" pos="1620">
          <p15:clr>
            <a:srgbClr xmlns:a="http://schemas.openxmlformats.org/drawingml/2006/main" val="E46962"/>
          </p15:clr>
        </p15:guide>
        <p15:guide id="6" pos="2880">
          <p15:clr>
            <a:srgbClr xmlns:a="http://schemas.openxmlformats.org/drawingml/2006/main" val="E46962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d238e5582874b50" /><Relationship Type="http://schemas.openxmlformats.org/officeDocument/2006/relationships/image" Target="/ppt/media/image3.png" Id="R6f4c524664344081" /><Relationship Type="http://schemas.openxmlformats.org/officeDocument/2006/relationships/notesSlide" Target="/ppt/notesSlides/notesSlide1.xml" Id="R40b9756b6c1c4b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401ed920d314e20" /><Relationship Type="http://schemas.openxmlformats.org/officeDocument/2006/relationships/image" Target="/ppt/media/image4.png" Id="R2adf40305cef4c6a" /><Relationship Type="http://schemas.openxmlformats.org/officeDocument/2006/relationships/notesSlide" Target="/ppt/notesSlides/notesSlide2.xml" Id="R66a51b673e964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38f0b9447e134346" /><Relationship Type="http://schemas.openxmlformats.org/officeDocument/2006/relationships/notesSlide" Target="/ppt/notesSlides/notesSlide3.xml" Id="Rea287db606fb49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6d6b51dd21f4d83" /><Relationship Type="http://schemas.openxmlformats.org/officeDocument/2006/relationships/image" Target="/ppt/media/image4.png" Id="R8e943a1adbb1487b" /><Relationship Type="http://schemas.openxmlformats.org/officeDocument/2006/relationships/notesSlide" Target="/ppt/notesSlides/notesSlide4.xml" Id="Rfa8640a8b98c4f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f3fd067981346fa" /><Relationship Type="http://schemas.openxmlformats.org/officeDocument/2006/relationships/image" Target="/ppt/media/image4.png" Id="R05862293b69046a6" /><Relationship Type="http://schemas.openxmlformats.org/officeDocument/2006/relationships/notesSlide" Target="/ppt/notesSlides/notesSlide5.xml" Id="R4464559c578a47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40a94f5047844ac" /><Relationship Type="http://schemas.openxmlformats.org/officeDocument/2006/relationships/image" Target="/ppt/media/image4.png" Id="R3305b926803a438f" /><Relationship Type="http://schemas.openxmlformats.org/officeDocument/2006/relationships/notesSlide" Target="/ppt/notesSlides/notesSlide6.xml" Id="R4889445766334b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6c7fb898cdf436f" /><Relationship Type="http://schemas.openxmlformats.org/officeDocument/2006/relationships/image" Target="/ppt/media/image4.png" Id="R92e28af7f2a64cad" /><Relationship Type="http://schemas.openxmlformats.org/officeDocument/2006/relationships/notesSlide" Target="/ppt/notesSlides/notesSlide7.xml" Id="Rce428c1cca8f4c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54ebfa0c9b0444d" /><Relationship Type="http://schemas.openxmlformats.org/officeDocument/2006/relationships/image" Target="/ppt/media/image4.png" Id="Rd8c426175cdf4818" /><Relationship Type="http://schemas.openxmlformats.org/officeDocument/2006/relationships/notesSlide" Target="/ppt/notesSlides/notesSlide8.xml" Id="Rb97222bef07240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a5c7bcbc4c2408d" /><Relationship Type="http://schemas.openxmlformats.org/officeDocument/2006/relationships/image" Target="/ppt/media/image4.png" Id="R7e6fea758cea415f" /><Relationship Type="http://schemas.openxmlformats.org/officeDocument/2006/relationships/notesSlide" Target="/ppt/notesSlides/notesSlide9.xml" Id="Rea5f7a19663741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5ce4cc594ef44802" /><Relationship Type="http://schemas.openxmlformats.org/officeDocument/2006/relationships/image" Target="/ppt/media/image4.png" Id="R18e9a8c99b804382" /><Relationship Type="http://schemas.openxmlformats.org/officeDocument/2006/relationships/notesSlide" Target="/ppt/notesSlides/notesSlide10.xml" Id="R4b4c3498867e41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0e628f087ed43b6" /><Relationship Type="http://schemas.openxmlformats.org/officeDocument/2006/relationships/image" Target="/ppt/media/image4.png" Id="R3e4d77feb19f4c95" /><Relationship Type="http://schemas.openxmlformats.org/officeDocument/2006/relationships/notesSlide" Target="/ppt/notesSlides/notesSlide11.xml" Id="Re47bef29c5af4e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75cfb37865240f2" /><Relationship Type="http://schemas.openxmlformats.org/officeDocument/2006/relationships/image" Target="/ppt/media/image4.png" Id="R4da9d2dcfa084bb1" /><Relationship Type="http://schemas.openxmlformats.org/officeDocument/2006/relationships/notesSlide" Target="/ppt/notesSlides/notesSlide12.xml" Id="R98c26c66710744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9c9f38de914463a" /><Relationship Type="http://schemas.openxmlformats.org/officeDocument/2006/relationships/image" Target="/ppt/media/image4.png" Id="R153bd7490f4a43d0" /><Relationship Type="http://schemas.openxmlformats.org/officeDocument/2006/relationships/notesSlide" Target="/ppt/notesSlides/notesSlide13.xml" Id="R6c6405236e184c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3773f896898472d" /><Relationship Type="http://schemas.openxmlformats.org/officeDocument/2006/relationships/image" Target="/ppt/media/image4.png" Id="Rc336a8b39eb34a48" /><Relationship Type="http://schemas.openxmlformats.org/officeDocument/2006/relationships/image" Target="/ppt/media/image5.png" Id="R950b1df7cb8e4833" /><Relationship Type="http://schemas.openxmlformats.org/officeDocument/2006/relationships/notesSlide" Target="/ppt/notesSlides/notesSlide14.xml" Id="R548df3b2f3a04d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7b5bf62e9544061" /><Relationship Type="http://schemas.openxmlformats.org/officeDocument/2006/relationships/image" Target="/ppt/media/image4.png" Id="R635902b918e3481f" /><Relationship Type="http://schemas.openxmlformats.org/officeDocument/2006/relationships/notesSlide" Target="/ppt/notesSlides/notesSlide15.xml" Id="R64337b82cd5d41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6a1c57d9647430c" /><Relationship Type="http://schemas.openxmlformats.org/officeDocument/2006/relationships/image" Target="/ppt/media/image4.png" Id="R56678017f74a4a0c" /><Relationship Type="http://schemas.openxmlformats.org/officeDocument/2006/relationships/notesSlide" Target="/ppt/notesSlides/notesSlide16.xml" Id="R71049012061649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e9d0644ba884a79" /><Relationship Type="http://schemas.openxmlformats.org/officeDocument/2006/relationships/image" Target="/ppt/media/image4.png" Id="R0c873e9398494869" /><Relationship Type="http://schemas.openxmlformats.org/officeDocument/2006/relationships/notesSlide" Target="/ppt/notesSlides/notesSlide17.xml" Id="Rd624cabed7fa45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a24cf8b409c4c79" /><Relationship Type="http://schemas.openxmlformats.org/officeDocument/2006/relationships/image" Target="/ppt/media/image4.png" Id="Raa675aeb8ade4bd9" /><Relationship Type="http://schemas.openxmlformats.org/officeDocument/2006/relationships/notesSlide" Target="/ppt/notesSlides/notesSlide18.xml" Id="R5be8a10cf1f141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9a458bfe9394444" /><Relationship Type="http://schemas.openxmlformats.org/officeDocument/2006/relationships/image" Target="/ppt/media/image4.png" Id="Rb355bc7781144ac3" /><Relationship Type="http://schemas.openxmlformats.org/officeDocument/2006/relationships/image" Target="/ppt/media/image6.png" Id="R2e09aa65112f413d" /><Relationship Type="http://schemas.openxmlformats.org/officeDocument/2006/relationships/notesSlide" Target="/ppt/notesSlides/notesSlide19.xml" Id="Rddd816ad271c40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c5c05a16dd34bff" /><Relationship Type="http://schemas.openxmlformats.org/officeDocument/2006/relationships/image" Target="/ppt/media/image4.png" Id="R1111d2ce76324688" /><Relationship Type="http://schemas.openxmlformats.org/officeDocument/2006/relationships/image" Target="/ppt/media/image7.png" Id="Rcd98387b97584db8" /><Relationship Type="http://schemas.openxmlformats.org/officeDocument/2006/relationships/notesSlide" Target="/ppt/notesSlides/notesSlide20.xml" Id="R180cd0e44fa34b9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5af805b6a4f4510" /><Relationship Type="http://schemas.openxmlformats.org/officeDocument/2006/relationships/image" Target="/ppt/media/image4.png" Id="R9554f8f5db544e80" /><Relationship Type="http://schemas.openxmlformats.org/officeDocument/2006/relationships/image" Target="/ppt/media/image8.png" Id="R94748502d7ef4d9b" /><Relationship Type="http://schemas.openxmlformats.org/officeDocument/2006/relationships/notesSlide" Target="/ppt/notesSlides/notesSlide21.xml" Id="R09c58a5e36aa42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018891a8ba045d1" /><Relationship Type="http://schemas.openxmlformats.org/officeDocument/2006/relationships/image" Target="/ppt/media/image4.png" Id="R0b08d4e34925469a" /><Relationship Type="http://schemas.openxmlformats.org/officeDocument/2006/relationships/notesSlide" Target="/ppt/notesSlides/notesSlide22.xml" Id="R7522dedfac3049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937ee5ba1fa49e2" /><Relationship Type="http://schemas.openxmlformats.org/officeDocument/2006/relationships/image" Target="/ppt/media/image4.png" Id="R8a2621ddb3244f78" /><Relationship Type="http://schemas.openxmlformats.org/officeDocument/2006/relationships/notesSlide" Target="/ppt/notesSlides/notesSlide23.xml" Id="R605f897dba25497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9664cac6572344ca" /><Relationship Type="http://schemas.openxmlformats.org/officeDocument/2006/relationships/image" Target="/ppt/media/image4.png" Id="R577cfd4541ba4242" /><Relationship Type="http://schemas.openxmlformats.org/officeDocument/2006/relationships/notesSlide" Target="/ppt/notesSlides/notesSlide24.xml" Id="R6693a4db83cb49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28e148bf48934c2a" /><Relationship Type="http://schemas.openxmlformats.org/officeDocument/2006/relationships/image" Target="/ppt/media/image4.png" Id="R5d94bb5f10394b19" /><Relationship Type="http://schemas.openxmlformats.org/officeDocument/2006/relationships/notesSlide" Target="/ppt/notesSlides/notesSlide25.xml" Id="Rc7adcedee3984f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eddccb5ce084b80" /><Relationship Type="http://schemas.openxmlformats.org/officeDocument/2006/relationships/image" Target="/ppt/media/image4.png" Id="R04ed1ed117504cc4" /><Relationship Type="http://schemas.openxmlformats.org/officeDocument/2006/relationships/image" Target="/ppt/media/image9.png" Id="R5c122211d6844cc9" /><Relationship Type="http://schemas.openxmlformats.org/officeDocument/2006/relationships/notesSlide" Target="/ppt/notesSlides/notesSlide26.xml" Id="R418cb93783e64b3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68e295b005b4e5d" /><Relationship Type="http://schemas.openxmlformats.org/officeDocument/2006/relationships/image" Target="/ppt/media/image4.png" Id="Rd67368407d06447f" /><Relationship Type="http://schemas.openxmlformats.org/officeDocument/2006/relationships/notesSlide" Target="/ppt/notesSlides/notesSlide27.xml" Id="R1f0ef09cd7da45f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47bf759bf2d4307" /><Relationship Type="http://schemas.openxmlformats.org/officeDocument/2006/relationships/image" Target="/ppt/media/image4.png" Id="R59e9df366c204727" /><Relationship Type="http://schemas.openxmlformats.org/officeDocument/2006/relationships/notesSlide" Target="/ppt/notesSlides/notesSlide28.xml" Id="R9b9765e994d142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fe6640b9bdd4054" /><Relationship Type="http://schemas.openxmlformats.org/officeDocument/2006/relationships/image" Target="/ppt/media/image4.png" Id="R378554adb7844a84" /><Relationship Type="http://schemas.openxmlformats.org/officeDocument/2006/relationships/notesSlide" Target="/ppt/notesSlides/notesSlide29.xml" Id="R5959a0fe10f7486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a552a06b5304588" /><Relationship Type="http://schemas.openxmlformats.org/officeDocument/2006/relationships/image" Target="/ppt/media/image4.png" Id="R6e0cd901e3a4421b" /><Relationship Type="http://schemas.openxmlformats.org/officeDocument/2006/relationships/notesSlide" Target="/ppt/notesSlides/notesSlide30.xml" Id="Rb14a344846b042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Google Shape;456;p61">
            <a:extLst xmlns:a="http://schemas.openxmlformats.org/drawingml/2006/main">
              <a:ext uri="{FF2B5EF4-FFF2-40B4-BE49-F238E27FC236}">
                <a16:creationId xmlns:a16="http://schemas.microsoft.com/office/drawing/2014/main" id="{840BAAAA-87EA-45FB-B61C-CA672369B6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Representation Learning</a:t>
            </a:r>
          </a:p>
        </p:txBody>
      </p:sp>
      <p:pic>
        <p:nvPicPr>
          <p:cNvPr id="4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c524664344081"/>
          <a:srcRect xmlns:a="http://schemas.openxmlformats.org/drawingml/2006/main" l="5445" t="0" r="54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2625" y="762000"/>
            <a:ext cx="5429250" cy="3429000"/>
          </a:xfrm>
          <a:prstGeom xmlns:a="http://schemas.openxmlformats.org/drawingml/2006/main" prst="rect">
            <a:avLst/>
          </a:prstGeom>
        </p:spPr>
      </p:pic>
      <p:sp>
        <p:nvSpPr>
          <p:cNvPr id="45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075DB29-2474-41EB-B2CD-A41E4576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D31"/>
                </a:solidFill>
              </a:defRPr>
            </a:pPr>
            <a:r>
              <a:rPr sz="15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Useful coordinates for cars, words, proteins, and anything else we want math to understand.</a:t>
            </a:r>
          </a:p>
        </p:txBody>
      </p:sp>
      <p:sp>
        <p:nvSpPr>
          <p:cNvPr id="459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1C8FE41D-2F67-4AE5-A69A-E0375EFC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High school math summer camp</a:t>
            </a:r>
          </a:p>
        </p:txBody>
      </p:sp>
    </p:spTree>
    <p:extLst>
      <p:ext uri="{BB962C8B-B14F-4D97-AF65-F5344CB8AC3E}">
        <p14:creationId xmlns:p14="http://schemas.microsoft.com/office/powerpoint/2010/main" val="6330642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What Numbers Should We Give the World?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A representation is a choice of coordinates for an object.</a:t>
            </a:r>
          </a:p>
        </p:txBody>
      </p:sp>
      <p:pic>
        <p:nvPicPr>
          <p:cNvPr id="812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df40305cef4c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world-0">
            <a:extLst xmlns:a="http://schemas.openxmlformats.org/drawingml/2006/main">
              <a:ext uri="{FF2B5EF4-FFF2-40B4-BE49-F238E27FC236}">
                <a16:creationId xmlns:a16="http://schemas.microsoft.com/office/drawing/2014/main" id="{9EC40368-39D7-4106-9577-4732235C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335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797" name="world-label-0">
            <a:extLst xmlns:a="http://schemas.openxmlformats.org/drawingml/2006/main">
              <a:ext uri="{FF2B5EF4-FFF2-40B4-BE49-F238E27FC236}">
                <a16:creationId xmlns:a16="http://schemas.microsoft.com/office/drawing/2014/main" id="{44DCE135-65F2-4B5E-96C2-E68FBD2F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3D8"/>
                </a:solidFill>
              </a:defRPr>
            </a:pPr>
            <a:r>
              <a:rPr sz="1125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car</a:t>
            </a:r>
          </a:p>
        </p:txBody>
      </p:sp>
      <p:sp>
        <p:nvSpPr>
          <p:cNvPr id="798" name="world-copy-0">
            <a:extLst xmlns:a="http://schemas.openxmlformats.org/drawingml/2006/main">
              <a:ext uri="{FF2B5EF4-FFF2-40B4-BE49-F238E27FC236}">
                <a16:creationId xmlns:a16="http://schemas.microsoft.com/office/drawing/2014/main" id="{CD2E38E5-6008-4EEA-872E-89ACF7EB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year, mileage, model</a:t>
            </a:r>
          </a:p>
        </p:txBody>
      </p:sp>
      <p:sp>
        <p:nvSpPr>
          <p:cNvPr id="799" name="world-1">
            <a:extLst xmlns:a="http://schemas.openxmlformats.org/drawingml/2006/main">
              <a:ext uri="{FF2B5EF4-FFF2-40B4-BE49-F238E27FC236}">
                <a16:creationId xmlns:a16="http://schemas.microsoft.com/office/drawing/2014/main" id="{8453E390-CC7C-491C-A04A-8FD49C6E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335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5AEF"/>
            </a:solidFill>
            <a:prstDash val="solid"/>
          </a:ln>
        </p:spPr>
      </p:sp>
      <p:sp>
        <p:nvSpPr>
          <p:cNvPr id="800" name="world-label-1">
            <a:extLst xmlns:a="http://schemas.openxmlformats.org/drawingml/2006/main">
              <a:ext uri="{FF2B5EF4-FFF2-40B4-BE49-F238E27FC236}">
                <a16:creationId xmlns:a16="http://schemas.microsoft.com/office/drawing/2014/main" id="{4A934CE9-FCA3-42F7-B8FD-BF18202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09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5AEF"/>
                </a:solidFill>
              </a:defRPr>
            </a:pPr>
            <a:r>
              <a:rPr sz="1125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sentence</a:t>
            </a:r>
          </a:p>
        </p:txBody>
      </p:sp>
      <p:sp>
        <p:nvSpPr>
          <p:cNvPr id="801" name="world-copy-1">
            <a:extLst xmlns:a="http://schemas.openxmlformats.org/drawingml/2006/main">
              <a:ext uri="{FF2B5EF4-FFF2-40B4-BE49-F238E27FC236}">
                <a16:creationId xmlns:a16="http://schemas.microsoft.com/office/drawing/2014/main" id="{2F1D8201-AA0A-4D50-80E2-F1081687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52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tokens and context</a:t>
            </a:r>
          </a:p>
        </p:txBody>
      </p:sp>
      <p:sp>
        <p:nvSpPr>
          <p:cNvPr id="802" name="world-2">
            <a:extLst xmlns:a="http://schemas.openxmlformats.org/drawingml/2006/main">
              <a:ext uri="{FF2B5EF4-FFF2-40B4-BE49-F238E27FC236}">
                <a16:creationId xmlns:a16="http://schemas.microsoft.com/office/drawing/2014/main" id="{70ABF350-2BAE-4541-8094-F752BAD9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335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7E"/>
            </a:solidFill>
            <a:prstDash val="solid"/>
          </a:ln>
        </p:spPr>
      </p:sp>
      <p:sp>
        <p:nvSpPr>
          <p:cNvPr id="803" name="world-label-2">
            <a:extLst xmlns:a="http://schemas.openxmlformats.org/drawingml/2006/main">
              <a:ext uri="{FF2B5EF4-FFF2-40B4-BE49-F238E27FC236}">
                <a16:creationId xmlns:a16="http://schemas.microsoft.com/office/drawing/2014/main" id="{2E93AE4D-40DA-40F2-8698-205C1255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09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8C7E"/>
                </a:solidFill>
              </a:defRPr>
            </a:pPr>
            <a:r>
              <a:rPr sz="1125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protein</a:t>
            </a:r>
          </a:p>
        </p:txBody>
      </p:sp>
      <p:sp>
        <p:nvSpPr>
          <p:cNvPr id="804" name="world-copy-2">
            <a:extLst xmlns:a="http://schemas.openxmlformats.org/drawingml/2006/main">
              <a:ext uri="{FF2B5EF4-FFF2-40B4-BE49-F238E27FC236}">
                <a16:creationId xmlns:a16="http://schemas.microsoft.com/office/drawing/2014/main" id="{08E99DF2-08F1-4896-8CC1-55CB3CDE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amino acid sequence</a:t>
            </a:r>
          </a:p>
        </p:txBody>
      </p:sp>
      <p:sp>
        <p:nvSpPr>
          <p:cNvPr id="805" name="world-3">
            <a:extLst xmlns:a="http://schemas.openxmlformats.org/drawingml/2006/main">
              <a:ext uri="{FF2B5EF4-FFF2-40B4-BE49-F238E27FC236}">
                <a16:creationId xmlns:a16="http://schemas.microsoft.com/office/drawing/2014/main" id="{AEACADCC-45A5-4EC0-80C6-99D2C2C4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335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A62B"/>
            </a:solidFill>
            <a:prstDash val="solid"/>
          </a:ln>
        </p:spPr>
      </p:sp>
      <p:sp>
        <p:nvSpPr>
          <p:cNvPr id="806" name="world-label-3">
            <a:extLst xmlns:a="http://schemas.openxmlformats.org/drawingml/2006/main">
              <a:ext uri="{FF2B5EF4-FFF2-40B4-BE49-F238E27FC236}">
                <a16:creationId xmlns:a16="http://schemas.microsoft.com/office/drawing/2014/main" id="{E7CD8CC1-56E7-439D-807D-66013FD5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09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CA62B"/>
                </a:solidFill>
              </a:defRPr>
            </a:pPr>
            <a:r>
              <a:rPr sz="1125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person</a:t>
            </a:r>
          </a:p>
        </p:txBody>
      </p:sp>
      <p:sp>
        <p:nvSpPr>
          <p:cNvPr id="807" name="world-copy-3">
            <a:extLst xmlns:a="http://schemas.openxmlformats.org/drawingml/2006/main">
              <a:ext uri="{FF2B5EF4-FFF2-40B4-BE49-F238E27FC236}">
                <a16:creationId xmlns:a16="http://schemas.microsoft.com/office/drawing/2014/main" id="{641CE5B1-ED51-4108-8EA1-3C0412B4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52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taste and behavior</a:t>
            </a:r>
          </a:p>
        </p:txBody>
      </p:sp>
      <p:sp>
        <p:nvSpPr>
          <p:cNvPr id="808" name="world-bottom">
            <a:extLst xmlns:a="http://schemas.openxmlformats.org/drawingml/2006/main">
              <a:ext uri="{FF2B5EF4-FFF2-40B4-BE49-F238E27FC236}">
                <a16:creationId xmlns:a16="http://schemas.microsoft.com/office/drawing/2014/main" id="{96E2E110-5E62-4D74-9CB6-D852D275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2D31"/>
                </a:solidFill>
              </a:defRPr>
            </a:pPr>
            <a:r>
              <a:rPr sz="187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Good coordinates make useful relationships visible.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0" name="Google Shape;470;p63">
            <a:extLst xmlns:a="http://schemas.openxmlformats.org/drawingml/2006/main">
              <a:ext uri="{FF2B5EF4-FFF2-40B4-BE49-F238E27FC236}">
                <a16:creationId xmlns:a16="http://schemas.microsoft.com/office/drawing/2014/main" id="{AC8E1547-3BC7-443E-A83F-36CCF1A03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An approximate syllabus</a:t>
            </a:r>
          </a:p>
        </p:txBody>
      </p:sp>
      <p:sp>
        <p:nvSpPr>
          <p:cNvPr id="471" name="Google Shape;471;p63">
            <a:extLst xmlns:a="http://schemas.openxmlformats.org/drawingml/2006/main">
              <a:ext uri="{FF2B5EF4-FFF2-40B4-BE49-F238E27FC236}">
                <a16:creationId xmlns:a16="http://schemas.microsoft.com/office/drawing/2014/main" id="{BB9EBF7F-932C-4576-AAB5-BB6D2DBF247E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437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What we will talk about: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1  Vectors and similarity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 b="0"/>
              <a:t>2  Learning useful coordinates</a:t>
            </a:r>
          </a:p>
          <a:p xmlns:a="http://schemas.openxmlformats.org/drawingml/2006/main"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 b="0"/>
              <a:t>3  Car prices and categorical embeddings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4  Words, ModernBERT, and transformers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5  Proteins and the live demo</a:t>
            </a:r>
          </a:p>
        </p:txBody>
      </p:sp>
    </p:spTree>
    <p:extLst>
      <p:ext uri="{BB962C8B-B14F-4D97-AF65-F5344CB8AC3E}">
        <p14:creationId xmlns:p14="http://schemas.microsoft.com/office/powerpoint/2010/main" val="6310682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6" name="Google Shape;476;p64">
            <a:extLst xmlns:a="http://schemas.openxmlformats.org/drawingml/2006/main">
              <a:ext uri="{FF2B5EF4-FFF2-40B4-BE49-F238E27FC236}">
                <a16:creationId xmlns:a16="http://schemas.microsoft.com/office/drawing/2014/main" id="{9AFDE334-CF8B-42E8-B74E-DFBE2CC395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477" name="Google Shape;477;p64">
            <a:extLst xmlns:a="http://schemas.openxmlformats.org/drawingml/2006/main">
              <a:ext uri="{FF2B5EF4-FFF2-40B4-BE49-F238E27FC236}">
                <a16:creationId xmlns:a16="http://schemas.microsoft.com/office/drawing/2014/main" id="{FB4CAC2C-1B30-4CDA-9354-B7B4A9D018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Vectors</a:t>
            </a:r>
          </a:p>
        </p:txBody>
      </p:sp>
      <p:sp>
        <p:nvSpPr>
          <p:cNvPr id="478" name="Google Shape;478;p64">
            <a:extLst xmlns:a="http://schemas.openxmlformats.org/drawingml/2006/main">
              <a:ext uri="{FF2B5EF4-FFF2-40B4-BE49-F238E27FC236}">
                <a16:creationId xmlns:a16="http://schemas.microsoft.com/office/drawing/2014/main" id="{EFC9B631-3303-4123-A51F-C8D5FD30290F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410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Collection of numbers with a location and a direction.</a:t>
            </a:r>
          </a:p>
        </p:txBody>
      </p:sp>
      <p:pic>
        <p:nvPicPr>
          <p:cNvPr id="497" name="Google Shape;479;p6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943a1adbb148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0" name="scatter-frame">
            <a:extLst xmlns:a="http://schemas.openxmlformats.org/drawingml/2006/main">
              <a:ext uri="{FF2B5EF4-FFF2-40B4-BE49-F238E27FC236}">
                <a16:creationId xmlns:a16="http://schemas.microsoft.com/office/drawing/2014/main" id="{51186900-7588-4C0E-A1F2-3D5D18E3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572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481" name="pt-sedan">
            <a:extLst xmlns:a="http://schemas.openxmlformats.org/drawingml/2006/main">
              <a:ext uri="{FF2B5EF4-FFF2-40B4-BE49-F238E27FC236}">
                <a16:creationId xmlns:a16="http://schemas.microsoft.com/office/drawing/2014/main" id="{540A276F-C01A-4F47-89FD-2811AFE8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548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482" name="label-sedan">
            <a:extLst xmlns:a="http://schemas.openxmlformats.org/drawingml/2006/main">
              <a:ext uri="{FF2B5EF4-FFF2-40B4-BE49-F238E27FC236}">
                <a16:creationId xmlns:a16="http://schemas.microsoft.com/office/drawing/2014/main" id="{4A7F1E43-789D-495A-A148-FF875E53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7272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sedan</a:t>
            </a:r>
          </a:p>
        </p:txBody>
      </p:sp>
      <p:sp>
        <p:nvSpPr>
          <p:cNvPr id="483" name="pt-wagon">
            <a:extLst xmlns:a="http://schemas.openxmlformats.org/drawingml/2006/main">
              <a:ext uri="{FF2B5EF4-FFF2-40B4-BE49-F238E27FC236}">
                <a16:creationId xmlns:a16="http://schemas.microsoft.com/office/drawing/2014/main" id="{CE633676-F807-49FE-8B89-18088FD8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961" y="233953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484" name="label-wagon">
            <a:extLst xmlns:a="http://schemas.openxmlformats.org/drawingml/2006/main">
              <a:ext uri="{FF2B5EF4-FFF2-40B4-BE49-F238E27FC236}">
                <a16:creationId xmlns:a16="http://schemas.microsoft.com/office/drawing/2014/main" id="{7C14170E-16EC-49CD-8608-B0502EA5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786" y="2291912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wagon</a:t>
            </a:r>
          </a:p>
        </p:txBody>
      </p:sp>
      <p:sp>
        <p:nvSpPr>
          <p:cNvPr id="485" name="pt-protein">
            <a:extLst xmlns:a="http://schemas.openxmlformats.org/drawingml/2006/main">
              <a:ext uri="{FF2B5EF4-FFF2-40B4-BE49-F238E27FC236}">
                <a16:creationId xmlns:a16="http://schemas.microsoft.com/office/drawing/2014/main" id="{9F0FE132-06F8-43D3-9DBF-82591643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934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486" name="label-protein">
            <a:extLst xmlns:a="http://schemas.openxmlformats.org/drawingml/2006/main">
              <a:ext uri="{FF2B5EF4-FFF2-40B4-BE49-F238E27FC236}">
                <a16:creationId xmlns:a16="http://schemas.microsoft.com/office/drawing/2014/main" id="{9C1F0B9D-FC99-454F-B165-6346CBE9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759" y="1771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protein</a:t>
            </a:r>
          </a:p>
        </p:txBody>
      </p:sp>
      <p:sp>
        <p:nvSpPr>
          <p:cNvPr id="487" name="pt-enzyme">
            <a:extLst xmlns:a="http://schemas.openxmlformats.org/drawingml/2006/main">
              <a:ext uri="{FF2B5EF4-FFF2-40B4-BE49-F238E27FC236}">
                <a16:creationId xmlns:a16="http://schemas.microsoft.com/office/drawing/2014/main" id="{4A86D188-50B7-4F36-9A49-DAFF14BC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045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488" name="label-enzyme">
            <a:extLst xmlns:a="http://schemas.openxmlformats.org/drawingml/2006/main">
              <a:ext uri="{FF2B5EF4-FFF2-40B4-BE49-F238E27FC236}">
                <a16:creationId xmlns:a16="http://schemas.microsoft.com/office/drawing/2014/main" id="{BB6D5907-207F-446F-B7A4-0F8A5CAC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5694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enzyme</a:t>
            </a:r>
          </a:p>
        </p:txBody>
      </p:sp>
      <p:sp>
        <p:nvSpPr>
          <p:cNvPr id="489" name="pt-word">
            <a:extLst xmlns:a="http://schemas.openxmlformats.org/drawingml/2006/main">
              <a:ext uri="{FF2B5EF4-FFF2-40B4-BE49-F238E27FC236}">
                <a16:creationId xmlns:a16="http://schemas.microsoft.com/office/drawing/2014/main" id="{C88CC56A-0952-480F-A671-7E7F2A1A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39" y="3705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490" name="label-word">
            <a:extLst xmlns:a="http://schemas.openxmlformats.org/drawingml/2006/main">
              <a:ext uri="{FF2B5EF4-FFF2-40B4-BE49-F238E27FC236}">
                <a16:creationId xmlns:a16="http://schemas.microsoft.com/office/drawing/2014/main" id="{52638C92-44C2-4C01-9F07-401BF40C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564" y="36576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word</a:t>
            </a:r>
          </a:p>
        </p:txBody>
      </p:sp>
      <p:sp>
        <p:nvSpPr>
          <p:cNvPr id="491" name="pt-phrase">
            <a:extLst xmlns:a="http://schemas.openxmlformats.org/drawingml/2006/main">
              <a:ext uri="{FF2B5EF4-FFF2-40B4-BE49-F238E27FC236}">
                <a16:creationId xmlns:a16="http://schemas.microsoft.com/office/drawing/2014/main" id="{4125C149-5813-41F1-A934-6235E1AE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38006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492" name="label-phrase">
            <a:extLst xmlns:a="http://schemas.openxmlformats.org/drawingml/2006/main">
              <a:ext uri="{FF2B5EF4-FFF2-40B4-BE49-F238E27FC236}">
                <a16:creationId xmlns:a16="http://schemas.microsoft.com/office/drawing/2014/main" id="{9BCA7216-5D1A-43AF-A58F-C948FC4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2436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phrase</a:t>
            </a:r>
          </a:p>
        </p:txBody>
      </p:sp>
      <p:sp>
        <p:nvSpPr>
          <p:cNvPr id="493" name="vectors-note">
            <a:extLst xmlns:a="http://schemas.openxmlformats.org/drawingml/2006/main">
              <a:ext uri="{FF2B5EF4-FFF2-40B4-BE49-F238E27FC236}">
                <a16:creationId xmlns:a16="http://schemas.microsoft.com/office/drawing/2014/main" id="{3285771A-8779-4542-8D72-E75D974F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D31"/>
                </a:solidFill>
              </a:defRPr>
            </a:pPr>
            <a:r>
              <a:rPr sz="18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Nearby points often behave similarly. Directions can describe changes.</a:t>
            </a:r>
          </a:p>
        </p:txBody>
      </p:sp>
    </p:spTree>
    <p:extLst>
      <p:ext uri="{BB962C8B-B14F-4D97-AF65-F5344CB8AC3E}">
        <p14:creationId xmlns:p14="http://schemas.microsoft.com/office/powerpoint/2010/main" val="14599692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7" name="Google Shape;527;p69">
            <a:extLst xmlns:a="http://schemas.openxmlformats.org/drawingml/2006/main">
              <a:ext uri="{FF2B5EF4-FFF2-40B4-BE49-F238E27FC236}">
                <a16:creationId xmlns:a16="http://schemas.microsoft.com/office/drawing/2014/main" id="{ECBA7AA1-10EA-4306-B64D-0F8719158D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528" name="Google Shape;528;p69">
            <a:extLst xmlns:a="http://schemas.openxmlformats.org/drawingml/2006/main">
              <a:ext uri="{FF2B5EF4-FFF2-40B4-BE49-F238E27FC236}">
                <a16:creationId xmlns:a16="http://schemas.microsoft.com/office/drawing/2014/main" id="{234F444B-605C-4E92-AE39-CE23D7D902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Dot product</a:t>
            </a:r>
          </a:p>
        </p:txBody>
      </p:sp>
      <p:sp>
        <p:nvSpPr>
          <p:cNvPr id="529" name="Google Shape;529;p69">
            <a:extLst xmlns:a="http://schemas.openxmlformats.org/drawingml/2006/main">
              <a:ext uri="{FF2B5EF4-FFF2-40B4-BE49-F238E27FC236}">
                <a16:creationId xmlns:a16="http://schemas.microsoft.com/office/drawing/2014/main" id="{2D289C60-ED9D-4721-940E-215913D1014E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99750" y="675300"/>
            <a:ext cx="8522400" cy="410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Vector multiplication that gives a similarity score.</a:t>
            </a:r>
          </a:p>
        </p:txBody>
      </p:sp>
      <p:pic>
        <p:nvPicPr>
          <p:cNvPr id="545" name="Google Shape;530;p6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862293b69046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31" name="same-dir">
            <a:extLst xmlns:a="http://schemas.openxmlformats.org/drawingml/2006/main">
              <a:ext uri="{FF2B5EF4-FFF2-40B4-BE49-F238E27FC236}">
                <a16:creationId xmlns:a16="http://schemas.microsoft.com/office/drawing/2014/main" id="{9DEF0B59-76F9-4FA7-911D-CDB4DF77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762250" cy="200025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F73D8"/>
            </a:solidFill>
            <a:prstDash val="solid"/>
          </a:ln>
        </p:spPr>
      </p:sp>
      <p:sp>
        <p:nvSpPr>
          <p:cNvPr id="532" name="same-title">
            <a:extLst xmlns:a="http://schemas.openxmlformats.org/drawingml/2006/main">
              <a:ext uri="{FF2B5EF4-FFF2-40B4-BE49-F238E27FC236}">
                <a16:creationId xmlns:a16="http://schemas.microsoft.com/office/drawing/2014/main" id="{2C6AEB2F-3486-425A-B899-BB2C56EC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3D8"/>
                </a:solidFill>
              </a:defRPr>
            </a:pPr>
            <a:r>
              <a:rPr sz="12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same direction</a:t>
            </a:r>
          </a:p>
        </p:txBody>
      </p:sp>
      <p:sp>
        <p:nvSpPr>
          <p:cNvPr id="533" name="same-a">
            <a:extLst xmlns:a="http://schemas.openxmlformats.org/drawingml/2006/main">
              <a:ext uri="{FF2B5EF4-FFF2-40B4-BE49-F238E27FC236}">
                <a16:creationId xmlns:a16="http://schemas.microsoft.com/office/drawing/2014/main" id="{F281812B-2793-4789-B904-A73B5F13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1476375" cy="-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5A3C"/>
            </a:solidFill>
            <a:prstDash val="solid"/>
          </a:ln>
        </p:spPr>
      </p:sp>
      <p:sp>
        <p:nvSpPr>
          <p:cNvPr id="534" name="same-b">
            <a:extLst xmlns:a="http://schemas.openxmlformats.org/drawingml/2006/main">
              <a:ext uri="{FF2B5EF4-FFF2-40B4-BE49-F238E27FC236}">
                <a16:creationId xmlns:a16="http://schemas.microsoft.com/office/drawing/2014/main" id="{901E8EAF-BD11-4372-8E63-BF31208C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1762125" cy="-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3D8"/>
            </a:solidFill>
            <a:prstDash val="solid"/>
          </a:ln>
        </p:spPr>
      </p:sp>
      <p:sp>
        <p:nvSpPr>
          <p:cNvPr id="535" name="same-score">
            <a:extLst xmlns:a="http://schemas.openxmlformats.org/drawingml/2006/main">
              <a:ext uri="{FF2B5EF4-FFF2-40B4-BE49-F238E27FC236}">
                <a16:creationId xmlns:a16="http://schemas.microsoft.com/office/drawing/2014/main" id="{7A5E7C22-A425-459A-AF73-87981244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3D8"/>
                </a:solidFill>
              </a:defRPr>
            </a:pPr>
            <a:r>
              <a:rPr sz="1125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large positive score</a:t>
            </a:r>
          </a:p>
        </p:txBody>
      </p:sp>
      <p:sp>
        <p:nvSpPr>
          <p:cNvPr id="536" name="diff-dir">
            <a:extLst xmlns:a="http://schemas.openxmlformats.org/drawingml/2006/main">
              <a:ext uri="{FF2B5EF4-FFF2-40B4-BE49-F238E27FC236}">
                <a16:creationId xmlns:a16="http://schemas.microsoft.com/office/drawing/2014/main" id="{158E56B7-D829-4D17-AD78-42538CCC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2762250" cy="200025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6E2E6"/>
            </a:solidFill>
            <a:prstDash val="solid"/>
          </a:ln>
        </p:spPr>
      </p:sp>
      <p:sp>
        <p:nvSpPr>
          <p:cNvPr id="537" name="diff-title">
            <a:extLst xmlns:a="http://schemas.openxmlformats.org/drawingml/2006/main">
              <a:ext uri="{FF2B5EF4-FFF2-40B4-BE49-F238E27FC236}">
                <a16:creationId xmlns:a16="http://schemas.microsoft.com/office/drawing/2014/main" id="{CB5602F0-07AB-4365-9A00-28AFC67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7074"/>
                </a:solidFill>
              </a:defRPr>
            </a:pPr>
            <a:r>
              <a:rPr sz="1200" b="1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different directions</a:t>
            </a:r>
          </a:p>
        </p:txBody>
      </p:sp>
      <p:sp>
        <p:nvSpPr>
          <p:cNvPr id="538" name="diff-a">
            <a:extLst xmlns:a="http://schemas.openxmlformats.org/drawingml/2006/main">
              <a:ext uri="{FF2B5EF4-FFF2-40B4-BE49-F238E27FC236}">
                <a16:creationId xmlns:a16="http://schemas.microsoft.com/office/drawing/2014/main" id="{77EF2FD7-2232-4501-889D-DE42D3B4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0" cy="-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5A3C"/>
            </a:solidFill>
            <a:prstDash val="solid"/>
          </a:ln>
        </p:spPr>
      </p:sp>
      <p:sp>
        <p:nvSpPr>
          <p:cNvPr id="539" name="diff-b">
            <a:extLst xmlns:a="http://schemas.openxmlformats.org/drawingml/2006/main">
              <a:ext uri="{FF2B5EF4-FFF2-40B4-BE49-F238E27FC236}">
                <a16:creationId xmlns:a16="http://schemas.microsoft.com/office/drawing/2014/main" id="{D1B7AB0F-0DCB-4E36-967F-2E454256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1619250" cy="-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73D8"/>
            </a:solidFill>
            <a:prstDash val="solid"/>
          </a:ln>
        </p:spPr>
      </p:sp>
      <p:sp>
        <p:nvSpPr>
          <p:cNvPr id="540" name="diff-score">
            <a:extLst xmlns:a="http://schemas.openxmlformats.org/drawingml/2006/main">
              <a:ext uri="{FF2B5EF4-FFF2-40B4-BE49-F238E27FC236}">
                <a16:creationId xmlns:a16="http://schemas.microsoft.com/office/drawing/2014/main" id="{EC1C17A6-2C73-4603-99EF-6EE53EAB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74"/>
                </a:solidFill>
              </a:defRPr>
            </a:pPr>
            <a:r>
              <a:rPr sz="1125" b="1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small or negative score</a:t>
            </a:r>
          </a:p>
        </p:txBody>
      </p:sp>
      <p:sp>
        <p:nvSpPr>
          <p:cNvPr id="541" name="dot-bridge">
            <a:extLst xmlns:a="http://schemas.openxmlformats.org/drawingml/2006/main">
              <a:ext uri="{FF2B5EF4-FFF2-40B4-BE49-F238E27FC236}">
                <a16:creationId xmlns:a16="http://schemas.microsoft.com/office/drawing/2014/main" id="{E9B0C457-7F2E-43AA-B084-AD95D1D6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D31"/>
                </a:solidFill>
              </a:defRPr>
            </a:pPr>
            <a:r>
              <a:rPr sz="127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Attention asks this question many times.</a:t>
            </a:r>
          </a:p>
        </p:txBody>
      </p:sp>
    </p:spTree>
    <p:extLst>
      <p:ext uri="{BB962C8B-B14F-4D97-AF65-F5344CB8AC3E}">
        <p14:creationId xmlns:p14="http://schemas.microsoft.com/office/powerpoint/2010/main" val="13888272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2" name="Google Shape;782;p95">
            <a:extLst xmlns:a="http://schemas.openxmlformats.org/drawingml/2006/main">
              <a:ext uri="{FF2B5EF4-FFF2-40B4-BE49-F238E27FC236}">
                <a16:creationId xmlns:a16="http://schemas.microsoft.com/office/drawing/2014/main" id="{33C7B05D-4704-408D-9C64-54BCC42BF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83" name="Google Shape;783;p95">
            <a:extLst xmlns:a="http://schemas.openxmlformats.org/drawingml/2006/main">
              <a:ext uri="{FF2B5EF4-FFF2-40B4-BE49-F238E27FC236}">
                <a16:creationId xmlns:a16="http://schemas.microsoft.com/office/drawing/2014/main" id="{3BF6862D-F1B5-457A-8D97-1A2E9E6B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Learning Moves the Points</a:t>
            </a:r>
          </a:p>
        </p:txBody>
      </p:sp>
      <p:sp>
        <p:nvSpPr>
          <p:cNvPr id="784" name="Google Shape;784;p95">
            <a:extLst xmlns:a="http://schemas.openxmlformats.org/drawingml/2006/main">
              <a:ext uri="{FF2B5EF4-FFF2-40B4-BE49-F238E27FC236}">
                <a16:creationId xmlns:a16="http://schemas.microsoft.com/office/drawing/2014/main" id="{98885F5F-C9F3-4E68-BCDD-05235C73CE52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Training changes coordinates so the error gets smaller.</a:t>
            </a:r>
          </a:p>
        </p:txBody>
      </p:sp>
      <p:pic>
        <p:nvPicPr>
          <p:cNvPr id="805" name="Google Shape;785;p9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05b926803a43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6" name="loss-field">
            <a:extLst xmlns:a="http://schemas.openxmlformats.org/drawingml/2006/main">
              <a:ext uri="{FF2B5EF4-FFF2-40B4-BE49-F238E27FC236}">
                <a16:creationId xmlns:a16="http://schemas.microsoft.com/office/drawing/2014/main" id="{2EC04D7C-B53B-49AC-A003-F0A14408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476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787" name="contour-0">
            <a:extLst xmlns:a="http://schemas.openxmlformats.org/drawingml/2006/main">
              <a:ext uri="{FF2B5EF4-FFF2-40B4-BE49-F238E27FC236}">
                <a16:creationId xmlns:a16="http://schemas.microsoft.com/office/drawing/2014/main" id="{D6D930C6-7D48-4B9F-A88E-890199A8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4125"/>
            <a:ext cx="666750" cy="666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AED"/>
            </a:solidFill>
            <a:prstDash val="solid"/>
          </a:ln>
        </p:spPr>
      </p:sp>
      <p:sp>
        <p:nvSpPr>
          <p:cNvPr id="788" name="contour-1">
            <a:extLst xmlns:a="http://schemas.openxmlformats.org/drawingml/2006/main">
              <a:ext uri="{FF2B5EF4-FFF2-40B4-BE49-F238E27FC236}">
                <a16:creationId xmlns:a16="http://schemas.microsoft.com/office/drawing/2014/main" id="{41D05B4F-DE63-4D40-AAD7-F8E7E200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57425"/>
            <a:ext cx="1200150" cy="1200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AED"/>
            </a:solidFill>
            <a:prstDash val="solid"/>
          </a:ln>
        </p:spPr>
      </p:sp>
      <p:sp>
        <p:nvSpPr>
          <p:cNvPr id="789" name="contour-2">
            <a:extLst xmlns:a="http://schemas.openxmlformats.org/drawingml/2006/main">
              <a:ext uri="{FF2B5EF4-FFF2-40B4-BE49-F238E27FC236}">
                <a16:creationId xmlns:a16="http://schemas.microsoft.com/office/drawing/2014/main" id="{59FB440F-1829-484E-ACBA-51B64A53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90725"/>
            <a:ext cx="1733550" cy="1733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AED"/>
            </a:solidFill>
            <a:prstDash val="solid"/>
          </a:ln>
        </p:spPr>
      </p:sp>
      <p:sp>
        <p:nvSpPr>
          <p:cNvPr id="790" name="contour-3">
            <a:extLst xmlns:a="http://schemas.openxmlformats.org/drawingml/2006/main">
              <a:ext uri="{FF2B5EF4-FFF2-40B4-BE49-F238E27FC236}">
                <a16:creationId xmlns:a16="http://schemas.microsoft.com/office/drawing/2014/main" id="{26F98F1B-8DE1-441B-A608-07DFA12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24025"/>
            <a:ext cx="2266950" cy="2266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AED"/>
            </a:solidFill>
            <a:prstDash val="solid"/>
          </a:ln>
        </p:spPr>
      </p:sp>
      <p:sp>
        <p:nvSpPr>
          <p:cNvPr id="791" name="contour-4">
            <a:extLst xmlns:a="http://schemas.openxmlformats.org/drawingml/2006/main">
              <a:ext uri="{FF2B5EF4-FFF2-40B4-BE49-F238E27FC236}">
                <a16:creationId xmlns:a16="http://schemas.microsoft.com/office/drawing/2014/main" id="{B536858F-3F73-4C37-8B4E-5A45AF86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57325"/>
            <a:ext cx="2800350" cy="2800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EAED"/>
            </a:solidFill>
            <a:prstDash val="solid"/>
          </a:ln>
        </p:spPr>
      </p:sp>
      <p:sp>
        <p:nvSpPr>
          <p:cNvPr id="792" name="desc-0">
            <a:extLst xmlns:a="http://schemas.openxmlformats.org/drawingml/2006/main">
              <a:ext uri="{FF2B5EF4-FFF2-40B4-BE49-F238E27FC236}">
                <a16:creationId xmlns:a16="http://schemas.microsoft.com/office/drawing/2014/main" id="{D4CBB568-BF9C-4979-A98B-B5A3AE3E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-38100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45A3C"/>
            </a:solidFill>
            <a:prstDash val="solid"/>
          </a:ln>
        </p:spPr>
      </p:sp>
      <p:sp>
        <p:nvSpPr>
          <p:cNvPr id="793" name="desc-1">
            <a:extLst xmlns:a="http://schemas.openxmlformats.org/drawingml/2006/main">
              <a:ext uri="{FF2B5EF4-FFF2-40B4-BE49-F238E27FC236}">
                <a16:creationId xmlns:a16="http://schemas.microsoft.com/office/drawing/2014/main" id="{1859865C-7577-4696-B83C-BBBA5518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-32385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45A3C"/>
            </a:solidFill>
            <a:prstDash val="solid"/>
          </a:ln>
        </p:spPr>
      </p:sp>
      <p:sp>
        <p:nvSpPr>
          <p:cNvPr id="794" name="desc-2">
            <a:extLst xmlns:a="http://schemas.openxmlformats.org/drawingml/2006/main">
              <a:ext uri="{FF2B5EF4-FFF2-40B4-BE49-F238E27FC236}">
                <a16:creationId xmlns:a16="http://schemas.microsoft.com/office/drawing/2014/main" id="{94FB3B2C-90DB-4B5F-A8DB-2C715C9F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-20002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45A3C"/>
            </a:solidFill>
            <a:prstDash val="solid"/>
          </a:ln>
        </p:spPr>
      </p:sp>
      <p:sp>
        <p:nvSpPr>
          <p:cNvPr id="795" name="desc-3">
            <a:extLst xmlns:a="http://schemas.openxmlformats.org/drawingml/2006/main">
              <a:ext uri="{FF2B5EF4-FFF2-40B4-BE49-F238E27FC236}">
                <a16:creationId xmlns:a16="http://schemas.microsoft.com/office/drawing/2014/main" id="{F3A0E699-788E-4B06-BC74-9FB13CA1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62250"/>
            <a:ext cx="-1619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45A3C"/>
            </a:solidFill>
            <a:prstDash val="solid"/>
          </a:ln>
        </p:spPr>
      </p:sp>
      <p:sp>
        <p:nvSpPr>
          <p:cNvPr id="796" name="step-0">
            <a:extLst xmlns:a="http://schemas.openxmlformats.org/drawingml/2006/main">
              <a:ext uri="{FF2B5EF4-FFF2-40B4-BE49-F238E27FC236}">
                <a16:creationId xmlns:a16="http://schemas.microsoft.com/office/drawing/2014/main" id="{A3A953D1-F9D7-49F0-8163-0A4B16E3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5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9525">
            <a:solidFill>
              <a:srgbClr val="E45A3C"/>
            </a:solidFill>
            <a:prstDash val="solid"/>
          </a:ln>
        </p:spPr>
      </p:sp>
      <p:sp>
        <p:nvSpPr>
          <p:cNvPr id="797" name="step-1">
            <a:extLst xmlns:a="http://schemas.openxmlformats.org/drawingml/2006/main">
              <a:ext uri="{FF2B5EF4-FFF2-40B4-BE49-F238E27FC236}">
                <a16:creationId xmlns:a16="http://schemas.microsoft.com/office/drawing/2014/main" id="{86354C8B-23DF-49D9-BE3C-FF24B1E1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1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9525">
            <a:solidFill>
              <a:srgbClr val="E45A3C"/>
            </a:solidFill>
            <a:prstDash val="solid"/>
          </a:ln>
        </p:spPr>
      </p:sp>
      <p:sp>
        <p:nvSpPr>
          <p:cNvPr id="798" name="step-2">
            <a:extLst xmlns:a="http://schemas.openxmlformats.org/drawingml/2006/main">
              <a:ext uri="{FF2B5EF4-FFF2-40B4-BE49-F238E27FC236}">
                <a16:creationId xmlns:a16="http://schemas.microsoft.com/office/drawing/2014/main" id="{1C14FE0F-DE02-46DC-97B5-1FAAC001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466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9525">
            <a:solidFill>
              <a:srgbClr val="E45A3C"/>
            </a:solidFill>
            <a:prstDash val="solid"/>
          </a:ln>
        </p:spPr>
      </p:sp>
      <p:sp>
        <p:nvSpPr>
          <p:cNvPr id="799" name="step-3">
            <a:extLst xmlns:a="http://schemas.openxmlformats.org/drawingml/2006/main">
              <a:ext uri="{FF2B5EF4-FFF2-40B4-BE49-F238E27FC236}">
                <a16:creationId xmlns:a16="http://schemas.microsoft.com/office/drawing/2014/main" id="{695C44AE-35AF-4494-A96C-721AFE51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9525">
            <a:solidFill>
              <a:srgbClr val="E45A3C"/>
            </a:solidFill>
            <a:prstDash val="solid"/>
          </a:ln>
        </p:spPr>
      </p:sp>
      <p:sp>
        <p:nvSpPr>
          <p:cNvPr id="800" name="step-4">
            <a:extLst xmlns:a="http://schemas.openxmlformats.org/drawingml/2006/main">
              <a:ext uri="{FF2B5EF4-FFF2-40B4-BE49-F238E27FC236}">
                <a16:creationId xmlns:a16="http://schemas.microsoft.com/office/drawing/2014/main" id="{272AFBF4-CAD5-4C4F-8FA1-A9E07BEF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7E"/>
          </a:solidFill>
          <a:ln xmlns:a="http://schemas.openxmlformats.org/drawingml/2006/main" w="9525">
            <a:solidFill>
              <a:srgbClr val="008C7E"/>
            </a:solidFill>
            <a:prstDash val="solid"/>
          </a:ln>
        </p:spPr>
      </p:sp>
      <p:sp>
        <p:nvSpPr>
          <p:cNvPr id="801" name="learn-copy">
            <a:extLst xmlns:a="http://schemas.openxmlformats.org/drawingml/2006/main">
              <a:ext uri="{FF2B5EF4-FFF2-40B4-BE49-F238E27FC236}">
                <a16:creationId xmlns:a16="http://schemas.microsoft.com/office/drawing/2014/main" id="{02C5A47C-22D0-4453-A9CA-3F3E7E0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238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D31"/>
                </a:solidFill>
              </a:defRPr>
            </a:pPr>
            <a:r>
              <a:rPr sz="18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The model is learning a coordinate system that makes the task easier.</a:t>
            </a:r>
          </a:p>
        </p:txBody>
      </p:sp>
    </p:spTree>
    <p:extLst>
      <p:ext uri="{BB962C8B-B14F-4D97-AF65-F5344CB8AC3E}">
        <p14:creationId xmlns:p14="http://schemas.microsoft.com/office/powerpoint/2010/main" val="8691683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Not Every Number Means Something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Some numerical encodings create fake structure.</a:t>
            </a:r>
          </a:p>
        </p:txBody>
      </p:sp>
      <p:pic>
        <p:nvPicPr>
          <p:cNvPr id="802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e28af7f2a64c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fake-values">
            <a:extLst xmlns:a="http://schemas.openxmlformats.org/drawingml/2006/main">
              <a:ext uri="{FF2B5EF4-FFF2-40B4-BE49-F238E27FC236}">
                <a16:creationId xmlns:a16="http://schemas.microsoft.com/office/drawing/2014/main" id="{DD0F4861-073D-4B86-8BDF-FEF08703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2D31"/>
                </a:solidFill>
              </a:defRPr>
            </a:pPr>
            <a:r>
              <a:rPr sz="20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red = 1</a:t>
            </a:r>
          </a:p>
          <a:p xmlns:a="http://schemas.openxmlformats.org/drawingml/2006/main">
            <a:pPr algn="l">
              <a:defRPr sz="2025" b="1">
                <a:solidFill>
                  <a:srgbClr val="1E2D31"/>
                </a:solidFill>
              </a:defRPr>
            </a:pPr>
            <a:r>
              <a:rPr sz="20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blue = 2</a:t>
            </a:r>
          </a:p>
          <a:p xmlns:a="http://schemas.openxmlformats.org/drawingml/2006/main">
            <a:pPr algn="l">
              <a:defRPr sz="2025" b="1">
                <a:solidFill>
                  <a:srgbClr val="1E2D31"/>
                </a:solidFill>
              </a:defRPr>
            </a:pPr>
            <a:r>
              <a:rPr sz="20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green = 3</a:t>
            </a:r>
          </a:p>
        </p:txBody>
      </p:sp>
      <p:sp>
        <p:nvSpPr>
          <p:cNvPr id="797" name="fake-bad">
            <a:extLst xmlns:a="http://schemas.openxmlformats.org/drawingml/2006/main">
              <a:ext uri="{FF2B5EF4-FFF2-40B4-BE49-F238E27FC236}">
                <a16:creationId xmlns:a16="http://schemas.microsoft.com/office/drawing/2014/main" id="{55631031-77A9-440E-8E51-16772B32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526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45A3C"/>
                </a:solidFill>
              </a:defRPr>
            </a:pPr>
            <a:r>
              <a:rPr sz="1575" b="1">
                <a:solidFill>
                  <a:srgbClr val="E45A3C"/>
                </a:solidFill>
                <a:latin typeface="Helvetica Neue"/>
                <a:ea typeface="Helvetica Neue"/>
                <a:cs typeface="Helvetica Neue"/>
              </a:rPr>
              <a:t>This accidentally says:</a:t>
            </a:r>
          </a:p>
          <a:p xmlns:a="http://schemas.openxmlformats.org/drawingml/2006/main">
            <a:pPr algn="l">
              <a:defRPr sz="1575" b="1">
                <a:solidFill>
                  <a:srgbClr val="E45A3C"/>
                </a:solidFill>
              </a:defRPr>
            </a:pPr>
            <a:r>
              <a:rPr sz="1575" b="1">
                <a:solidFill>
                  <a:srgbClr val="E45A3C"/>
                </a:solidFill>
                <a:latin typeface="Helvetica Neue"/>
                <a:ea typeface="Helvetica Neue"/>
                <a:cs typeface="Helvetica Neue"/>
              </a:rPr>
              <a:t>blue is twice red</a:t>
            </a:r>
          </a:p>
          <a:p xmlns:a="http://schemas.openxmlformats.org/drawingml/2006/main">
            <a:pPr algn="l">
              <a:defRPr sz="1575" b="1">
                <a:solidFill>
                  <a:srgbClr val="E45A3C"/>
                </a:solidFill>
              </a:defRPr>
            </a:pPr>
            <a:r>
              <a:rPr sz="1575" b="1">
                <a:solidFill>
                  <a:srgbClr val="E45A3C"/>
                </a:solidFill>
                <a:latin typeface="Helvetica Neue"/>
                <a:ea typeface="Helvetica Neue"/>
                <a:cs typeface="Helvetica Neue"/>
              </a:rPr>
              <a:t>green is greater than blue</a:t>
            </a:r>
          </a:p>
        </p:txBody>
      </p:sp>
      <p:sp>
        <p:nvSpPr>
          <p:cNvPr id="798" name="fake-note">
            <a:extLst xmlns:a="http://schemas.openxmlformats.org/drawingml/2006/main">
              <a:ext uri="{FF2B5EF4-FFF2-40B4-BE49-F238E27FC236}">
                <a16:creationId xmlns:a16="http://schemas.microsoft.com/office/drawing/2014/main" id="{24F2B8D0-DE7C-4DF0-B536-3A023579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161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74"/>
                </a:solidFill>
              </a:defRPr>
            </a:pPr>
            <a:r>
              <a:rPr sz="12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Feature choice matters too: most cars have 4 wheels, so wheel count carries little signal.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4" name="Google Shape;874;p105">
            <a:extLst xmlns:a="http://schemas.openxmlformats.org/drawingml/2006/main">
              <a:ext uri="{FF2B5EF4-FFF2-40B4-BE49-F238E27FC236}">
                <a16:creationId xmlns:a16="http://schemas.microsoft.com/office/drawing/2014/main" id="{8180857F-1855-4EBF-ADB2-8A8A69904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875" name="Google Shape;875;p105">
            <a:extLst xmlns:a="http://schemas.openxmlformats.org/drawingml/2006/main">
              <a:ext uri="{FF2B5EF4-FFF2-40B4-BE49-F238E27FC236}">
                <a16:creationId xmlns:a16="http://schemas.microsoft.com/office/drawing/2014/main" id="{600E93A1-6431-4617-8FE0-A9594469A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Token embedding</a:t>
            </a:r>
          </a:p>
        </p:txBody>
      </p:sp>
      <p:sp>
        <p:nvSpPr>
          <p:cNvPr id="876" name="Google Shape;876;p105">
            <a:extLst xmlns:a="http://schemas.openxmlformats.org/drawingml/2006/main">
              <a:ext uri="{FF2B5EF4-FFF2-40B4-BE49-F238E27FC236}">
                <a16:creationId xmlns:a16="http://schemas.microsoft.com/office/drawing/2014/main" id="{A28C6260-B400-4A04-A9D2-D60D48D7DF4C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3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In its simplest form, token embedding is a learned lookup table.</a:t>
            </a:r>
          </a:p>
        </p:txBody>
      </p:sp>
      <p:pic>
        <p:nvPicPr>
          <p:cNvPr id="893" name="Google Shape;877;p10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c426175cdf48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78" name="box-token">
            <a:extLst xmlns:a="http://schemas.openxmlformats.org/drawingml/2006/main">
              <a:ext uri="{FF2B5EF4-FFF2-40B4-BE49-F238E27FC236}">
                <a16:creationId xmlns:a16="http://schemas.microsoft.com/office/drawing/2014/main" id="{1496CDDC-AF2A-42CC-9B8C-D028C613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1428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D8"/>
            </a:solidFill>
            <a:prstDash val="solid"/>
          </a:ln>
        </p:spPr>
      </p:sp>
      <p:sp>
        <p:nvSpPr>
          <p:cNvPr id="879" name="label-token">
            <a:extLst xmlns:a="http://schemas.openxmlformats.org/drawingml/2006/main">
              <a:ext uri="{FF2B5EF4-FFF2-40B4-BE49-F238E27FC236}">
                <a16:creationId xmlns:a16="http://schemas.microsoft.com/office/drawing/2014/main" id="{6FED6DBB-0C6A-452D-853D-C67A5EC3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907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3D8"/>
                </a:solidFill>
              </a:defRPr>
            </a:pPr>
            <a:r>
              <a:rPr sz="12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word token</a:t>
            </a:r>
          </a:p>
        </p:txBody>
      </p:sp>
      <p:sp>
        <p:nvSpPr>
          <p:cNvPr id="880" name="box-id">
            <a:extLst xmlns:a="http://schemas.openxmlformats.org/drawingml/2006/main">
              <a:ext uri="{FF2B5EF4-FFF2-40B4-BE49-F238E27FC236}">
                <a16:creationId xmlns:a16="http://schemas.microsoft.com/office/drawing/2014/main" id="{EAAB81E6-8EDA-4342-863B-8EA81EC6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1428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5AEF"/>
            </a:solidFill>
            <a:prstDash val="solid"/>
          </a:ln>
        </p:spPr>
      </p:sp>
      <p:sp>
        <p:nvSpPr>
          <p:cNvPr id="881" name="label-id">
            <a:extLst xmlns:a="http://schemas.openxmlformats.org/drawingml/2006/main">
              <a:ext uri="{FF2B5EF4-FFF2-40B4-BE49-F238E27FC236}">
                <a16:creationId xmlns:a16="http://schemas.microsoft.com/office/drawing/2014/main" id="{9206FFC0-642D-4894-86DB-93A5EB4C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907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5AEF"/>
                </a:solidFill>
              </a:defRPr>
            </a:pPr>
            <a:r>
              <a:rPr sz="120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token ID</a:t>
            </a:r>
          </a:p>
        </p:txBody>
      </p:sp>
      <p:sp>
        <p:nvSpPr>
          <p:cNvPr id="882" name="box-row">
            <a:extLst xmlns:a="http://schemas.openxmlformats.org/drawingml/2006/main">
              <a:ext uri="{FF2B5EF4-FFF2-40B4-BE49-F238E27FC236}">
                <a16:creationId xmlns:a16="http://schemas.microsoft.com/office/drawing/2014/main" id="{1169C684-EA51-4926-9F0B-010CCCB7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38375"/>
            <a:ext cx="1619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7E"/>
            </a:solidFill>
            <a:prstDash val="solid"/>
          </a:ln>
        </p:spPr>
      </p:sp>
      <p:sp>
        <p:nvSpPr>
          <p:cNvPr id="883" name="label-row">
            <a:extLst xmlns:a="http://schemas.openxmlformats.org/drawingml/2006/main">
              <a:ext uri="{FF2B5EF4-FFF2-40B4-BE49-F238E27FC236}">
                <a16:creationId xmlns:a16="http://schemas.microsoft.com/office/drawing/2014/main" id="{16B8EDA5-B7D0-48E4-B202-7A68F8F3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907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embedding row</a:t>
            </a:r>
          </a:p>
        </p:txBody>
      </p:sp>
      <p:sp>
        <p:nvSpPr>
          <p:cNvPr id="884" name="box-vector">
            <a:extLst xmlns:a="http://schemas.openxmlformats.org/drawingml/2006/main">
              <a:ext uri="{FF2B5EF4-FFF2-40B4-BE49-F238E27FC236}">
                <a16:creationId xmlns:a16="http://schemas.microsoft.com/office/drawing/2014/main" id="{CAB99FD2-AB3D-4728-A44A-F2250BC0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38375"/>
            <a:ext cx="109537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A62B"/>
            </a:solidFill>
            <a:prstDash val="solid"/>
          </a:ln>
        </p:spPr>
      </p:sp>
      <p:sp>
        <p:nvSpPr>
          <p:cNvPr id="885" name="label-vector">
            <a:extLst xmlns:a="http://schemas.openxmlformats.org/drawingml/2006/main">
              <a:ext uri="{FF2B5EF4-FFF2-40B4-BE49-F238E27FC236}">
                <a16:creationId xmlns:a16="http://schemas.microsoft.com/office/drawing/2014/main" id="{0B28258E-6FDF-4ECB-A94B-2D6EDC64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390775"/>
            <a:ext cx="94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A62B"/>
                </a:solidFill>
              </a:defRPr>
            </a:pPr>
            <a:r>
              <a:rPr sz="120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vector</a:t>
            </a:r>
          </a:p>
        </p:txBody>
      </p:sp>
      <p:sp>
        <p:nvSpPr>
          <p:cNvPr id="886" name="flow1">
            <a:extLst xmlns:a="http://schemas.openxmlformats.org/drawingml/2006/main">
              <a:ext uri="{FF2B5EF4-FFF2-40B4-BE49-F238E27FC236}">
                <a16:creationId xmlns:a16="http://schemas.microsoft.com/office/drawing/2014/main" id="{FA2D0AF3-E29F-4382-A74E-6B76D2D7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336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87" name="flow2">
            <a:extLst xmlns:a="http://schemas.openxmlformats.org/drawingml/2006/main">
              <a:ext uri="{FF2B5EF4-FFF2-40B4-BE49-F238E27FC236}">
                <a16:creationId xmlns:a16="http://schemas.microsoft.com/office/drawing/2014/main" id="{4D4EAD8B-1C1D-42C2-8323-5334B147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336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88" name="flow3">
            <a:extLst xmlns:a="http://schemas.openxmlformats.org/drawingml/2006/main">
              <a:ext uri="{FF2B5EF4-FFF2-40B4-BE49-F238E27FC236}">
                <a16:creationId xmlns:a16="http://schemas.microsoft.com/office/drawing/2014/main" id="{C69B7429-CBE6-4122-86D8-FB874662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336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89" name="embed-note">
            <a:extLst xmlns:a="http://schemas.openxmlformats.org/drawingml/2006/main">
              <a:ext uri="{FF2B5EF4-FFF2-40B4-BE49-F238E27FC236}">
                <a16:creationId xmlns:a16="http://schemas.microsoft.com/office/drawing/2014/main" id="{8FFAE910-DE62-4EF6-B8E8-097B86A8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D31"/>
                </a:solidFill>
              </a:defRPr>
            </a:pPr>
            <a:r>
              <a:rPr sz="165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The table starts random. Training changes the rows until useful relationships become easier.</a:t>
            </a:r>
          </a:p>
        </p:txBody>
      </p:sp>
    </p:spTree>
    <p:extLst>
      <p:ext uri="{BB962C8B-B14F-4D97-AF65-F5344CB8AC3E}">
        <p14:creationId xmlns:p14="http://schemas.microsoft.com/office/powerpoint/2010/main" val="13165515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The Car Example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Used car prices give a familiar place to test representation choices.</a:t>
            </a:r>
          </a:p>
        </p:txBody>
      </p:sp>
      <p:pic>
        <p:nvPicPr>
          <p:cNvPr id="812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6fea758cea41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metric-used listings">
            <a:extLst xmlns:a="http://schemas.openxmlformats.org/drawingml/2006/main">
              <a:ext uri="{FF2B5EF4-FFF2-40B4-BE49-F238E27FC236}">
                <a16:creationId xmlns:a16="http://schemas.microsoft.com/office/drawing/2014/main" id="{CCCF3798-C229-4407-9DCC-D3CFA660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1428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797" name="metric-value-used listings">
            <a:extLst xmlns:a="http://schemas.openxmlformats.org/drawingml/2006/main">
              <a:ext uri="{FF2B5EF4-FFF2-40B4-BE49-F238E27FC236}">
                <a16:creationId xmlns:a16="http://schemas.microsoft.com/office/drawing/2014/main" id="{87DC31E9-1E32-41D4-BE04-747FDF61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E3FD"/>
                </a:solidFill>
              </a:defRPr>
            </a:pPr>
            <a:r>
              <a:rPr sz="1800" b="1">
                <a:solidFill>
                  <a:srgbClr val="5FE3FD"/>
                </a:solidFill>
                <a:latin typeface="Helvetica Neue"/>
                <a:ea typeface="Helvetica Neue"/>
                <a:cs typeface="Helvetica Neue"/>
              </a:rPr>
              <a:t>25,000</a:t>
            </a:r>
          </a:p>
        </p:txBody>
      </p:sp>
      <p:sp>
        <p:nvSpPr>
          <p:cNvPr id="798" name="metric-label-used listings">
            <a:extLst xmlns:a="http://schemas.openxmlformats.org/drawingml/2006/main">
              <a:ext uri="{FF2B5EF4-FFF2-40B4-BE49-F238E27FC236}">
                <a16:creationId xmlns:a16="http://schemas.microsoft.com/office/drawing/2014/main" id="{4171C353-335B-46C2-9A64-5EE46725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used listings</a:t>
            </a:r>
          </a:p>
        </p:txBody>
      </p:sp>
      <p:sp>
        <p:nvSpPr>
          <p:cNvPr id="799" name="metric-train / val / test">
            <a:extLst xmlns:a="http://schemas.openxmlformats.org/drawingml/2006/main">
              <a:ext uri="{FF2B5EF4-FFF2-40B4-BE49-F238E27FC236}">
                <a16:creationId xmlns:a16="http://schemas.microsoft.com/office/drawing/2014/main" id="{81B4ED6B-42E2-4FFB-947B-42519852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1428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0" name="metric-value-train / val / test">
            <a:extLst xmlns:a="http://schemas.openxmlformats.org/drawingml/2006/main">
              <a:ext uri="{FF2B5EF4-FFF2-40B4-BE49-F238E27FC236}">
                <a16:creationId xmlns:a16="http://schemas.microsoft.com/office/drawing/2014/main" id="{D5EE55F6-1891-4B12-A728-13A7A4FB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A62B"/>
                </a:solidFill>
              </a:defRPr>
            </a:pPr>
            <a:r>
              <a:rPr sz="180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70 / 15 / 15</a:t>
            </a:r>
          </a:p>
        </p:txBody>
      </p:sp>
      <p:sp>
        <p:nvSpPr>
          <p:cNvPr id="801" name="metric-label-train / val / test">
            <a:extLst xmlns:a="http://schemas.openxmlformats.org/drawingml/2006/main">
              <a:ext uri="{FF2B5EF4-FFF2-40B4-BE49-F238E27FC236}">
                <a16:creationId xmlns:a16="http://schemas.microsoft.com/office/drawing/2014/main" id="{729CCD57-D9E4-4CA1-8BD3-B155E6A6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193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train / val / test</a:t>
            </a:r>
          </a:p>
        </p:txBody>
      </p:sp>
      <p:sp>
        <p:nvSpPr>
          <p:cNvPr id="802" name="metric-repeated runs">
            <a:extLst xmlns:a="http://schemas.openxmlformats.org/drawingml/2006/main">
              <a:ext uri="{FF2B5EF4-FFF2-40B4-BE49-F238E27FC236}">
                <a16:creationId xmlns:a16="http://schemas.microsoft.com/office/drawing/2014/main" id="{46093602-C0C6-4466-AFF7-1F2A1B7E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1428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3" name="metric-value-repeated runs">
            <a:extLst xmlns:a="http://schemas.openxmlformats.org/drawingml/2006/main">
              <a:ext uri="{FF2B5EF4-FFF2-40B4-BE49-F238E27FC236}">
                <a16:creationId xmlns:a16="http://schemas.microsoft.com/office/drawing/2014/main" id="{327E7381-E0C6-4B9E-B1A6-2C72A14E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C7E"/>
                </a:solidFill>
              </a:defRPr>
            </a:pPr>
            <a:r>
              <a:rPr sz="18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5 seeds</a:t>
            </a:r>
          </a:p>
        </p:txBody>
      </p:sp>
      <p:sp>
        <p:nvSpPr>
          <p:cNvPr id="804" name="metric-label-repeated runs">
            <a:extLst xmlns:a="http://schemas.openxmlformats.org/drawingml/2006/main">
              <a:ext uri="{FF2B5EF4-FFF2-40B4-BE49-F238E27FC236}">
                <a16:creationId xmlns:a16="http://schemas.microsoft.com/office/drawing/2014/main" id="{CD7FEA0B-53C7-44F6-ACD1-5F2EF358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193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repeated runs</a:t>
            </a:r>
          </a:p>
        </p:txBody>
      </p:sp>
      <p:sp>
        <p:nvSpPr>
          <p:cNvPr id="805" name="metric-categorical features">
            <a:extLst xmlns:a="http://schemas.openxmlformats.org/drawingml/2006/main">
              <a:ext uri="{FF2B5EF4-FFF2-40B4-BE49-F238E27FC236}">
                <a16:creationId xmlns:a16="http://schemas.microsoft.com/office/drawing/2014/main" id="{72E030B3-0261-4879-A43A-4832E2A4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47875"/>
            <a:ext cx="1428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6" name="metric-value-categorical features">
            <a:extLst xmlns:a="http://schemas.openxmlformats.org/drawingml/2006/main">
              <a:ext uri="{FF2B5EF4-FFF2-40B4-BE49-F238E27FC236}">
                <a16:creationId xmlns:a16="http://schemas.microsoft.com/office/drawing/2014/main" id="{7E0E2AA6-F9A6-49BF-9D4C-3E5B8371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5AEF"/>
                </a:solidFill>
              </a:defRPr>
            </a:pPr>
            <a:r>
              <a:rPr sz="180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807" name="metric-label-categorical features">
            <a:extLst xmlns:a="http://schemas.openxmlformats.org/drawingml/2006/main">
              <a:ext uri="{FF2B5EF4-FFF2-40B4-BE49-F238E27FC236}">
                <a16:creationId xmlns:a16="http://schemas.microsoft.com/office/drawing/2014/main" id="{3537FB85-BB65-498B-BA1F-9AF8B4E6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categorical features</a:t>
            </a:r>
          </a:p>
        </p:txBody>
      </p:sp>
      <p:sp>
        <p:nvSpPr>
          <p:cNvPr id="808" name="car-frame">
            <a:extLst xmlns:a="http://schemas.openxmlformats.org/drawingml/2006/main">
              <a:ext uri="{FF2B5EF4-FFF2-40B4-BE49-F238E27FC236}">
                <a16:creationId xmlns:a16="http://schemas.microsoft.com/office/drawing/2014/main" id="{5EBE89AC-4B39-4273-804A-5EA790A3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D31"/>
                </a:solidFill>
              </a:defRPr>
            </a:pPr>
            <a:r>
              <a:rPr sz="165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Question: what happens when categories become fake numbers, one-hot rows, or learned coordinates?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2" name="Google Shape;782;p95">
            <a:extLst xmlns:a="http://schemas.openxmlformats.org/drawingml/2006/main">
              <a:ext uri="{FF2B5EF4-FFF2-40B4-BE49-F238E27FC236}">
                <a16:creationId xmlns:a16="http://schemas.microsoft.com/office/drawing/2014/main" id="{33C7B05D-4704-408D-9C64-54BCC42BF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83" name="Google Shape;783;p95">
            <a:extLst xmlns:a="http://schemas.openxmlformats.org/drawingml/2006/main">
              <a:ext uri="{FF2B5EF4-FFF2-40B4-BE49-F238E27FC236}">
                <a16:creationId xmlns:a16="http://schemas.microsoft.com/office/drawing/2014/main" id="{3BF6862D-F1B5-457A-8D97-1A2E9E6B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Bad Representations Can Break a Model</a:t>
            </a:r>
          </a:p>
        </p:txBody>
      </p:sp>
      <p:sp>
        <p:nvSpPr>
          <p:cNvPr id="784" name="Google Shape;784;p95">
            <a:extLst xmlns:a="http://schemas.openxmlformats.org/drawingml/2006/main">
              <a:ext uri="{FF2B5EF4-FFF2-40B4-BE49-F238E27FC236}">
                <a16:creationId xmlns:a16="http://schemas.microsoft.com/office/drawing/2014/main" id="{98885F5F-C9F3-4E68-BCDD-05235C73CE52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The strongest lesson is the gap between fake order and useful coordinates.</a:t>
            </a:r>
          </a:p>
        </p:txBody>
      </p:sp>
      <p:pic>
        <p:nvPicPr>
          <p:cNvPr id="801" name="Google Shape;785;p9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e9a8c99b80438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6" name="bar-axis">
            <a:extLst xmlns:a="http://schemas.openxmlformats.org/drawingml/2006/main">
              <a:ext uri="{FF2B5EF4-FFF2-40B4-BE49-F238E27FC236}">
                <a16:creationId xmlns:a16="http://schemas.microsoft.com/office/drawing/2014/main" id="{BD5B1880-A04B-4BA4-ACEC-0C3928BB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762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787" name="bar-Integer IDs">
            <a:extLst xmlns:a="http://schemas.openxmlformats.org/drawingml/2006/main">
              <a:ext uri="{FF2B5EF4-FFF2-40B4-BE49-F238E27FC236}">
                <a16:creationId xmlns:a16="http://schemas.microsoft.com/office/drawing/2014/main" id="{C8CBDAB0-4082-4AD0-8255-3A42A466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97018"/>
            <a:ext cx="857250" cy="19034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9525">
            <a:solidFill>
              <a:srgbClr val="E45A3C"/>
            </a:solidFill>
            <a:prstDash val="solid"/>
          </a:ln>
        </p:spPr>
      </p:sp>
      <p:sp>
        <p:nvSpPr>
          <p:cNvPr id="788" name="bar-val-Integer IDs">
            <a:extLst xmlns:a="http://schemas.openxmlformats.org/drawingml/2006/main">
              <a:ext uri="{FF2B5EF4-FFF2-40B4-BE49-F238E27FC236}">
                <a16:creationId xmlns:a16="http://schemas.microsoft.com/office/drawing/2014/main" id="{9130FAEE-1215-4242-872F-1278D0AC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630318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A3C"/>
                </a:solidFill>
              </a:defRPr>
            </a:pPr>
            <a:r>
              <a:rPr sz="1200" b="1">
                <a:solidFill>
                  <a:srgbClr val="E45A3C"/>
                </a:solidFill>
                <a:latin typeface="Helvetica Neue"/>
                <a:ea typeface="Helvetica Neue"/>
                <a:cs typeface="Helvetica Neue"/>
              </a:rPr>
              <a:t>28.5x</a:t>
            </a:r>
          </a:p>
        </p:txBody>
      </p:sp>
      <p:sp>
        <p:nvSpPr>
          <p:cNvPr id="789" name="bar-label-Integer IDs">
            <a:extLst xmlns:a="http://schemas.openxmlformats.org/drawingml/2006/main">
              <a:ext uri="{FF2B5EF4-FFF2-40B4-BE49-F238E27FC236}">
                <a16:creationId xmlns:a16="http://schemas.microsoft.com/office/drawing/2014/main" id="{4DBA4B2D-BF1F-4E53-A578-4CCE776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957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Integer IDs</a:t>
            </a:r>
          </a:p>
        </p:txBody>
      </p:sp>
      <p:sp>
        <p:nvSpPr>
          <p:cNvPr id="790" name="bar-One-hot">
            <a:extLst xmlns:a="http://schemas.openxmlformats.org/drawingml/2006/main">
              <a:ext uri="{FF2B5EF4-FFF2-40B4-BE49-F238E27FC236}">
                <a16:creationId xmlns:a16="http://schemas.microsoft.com/office/drawing/2014/main" id="{9B3A2085-1334-40D8-B085-24CDB1BD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24275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62B"/>
          </a:solidFill>
          <a:ln xmlns:a="http://schemas.openxmlformats.org/drawingml/2006/main" w="9525">
            <a:solidFill>
              <a:srgbClr val="DCA62B"/>
            </a:solidFill>
            <a:prstDash val="solid"/>
          </a:ln>
        </p:spPr>
      </p:sp>
      <p:sp>
        <p:nvSpPr>
          <p:cNvPr id="791" name="bar-val-One-hot">
            <a:extLst xmlns:a="http://schemas.openxmlformats.org/drawingml/2006/main">
              <a:ext uri="{FF2B5EF4-FFF2-40B4-BE49-F238E27FC236}">
                <a16:creationId xmlns:a16="http://schemas.microsoft.com/office/drawing/2014/main" id="{B5337B9F-7647-42C5-90ED-0AB123E3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4575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A62B"/>
                </a:solidFill>
              </a:defRPr>
            </a:pPr>
            <a:r>
              <a:rPr sz="120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1.05x</a:t>
            </a:r>
          </a:p>
        </p:txBody>
      </p:sp>
      <p:sp>
        <p:nvSpPr>
          <p:cNvPr id="792" name="bar-label-One-hot">
            <a:extLst xmlns:a="http://schemas.openxmlformats.org/drawingml/2006/main">
              <a:ext uri="{FF2B5EF4-FFF2-40B4-BE49-F238E27FC236}">
                <a16:creationId xmlns:a16="http://schemas.microsoft.com/office/drawing/2014/main" id="{E928200D-2E65-4CD7-A1B2-8AF9D43A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8957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One-hot</a:t>
            </a:r>
          </a:p>
        </p:txBody>
      </p:sp>
      <p:sp>
        <p:nvSpPr>
          <p:cNvPr id="793" name="bar-Embeddings">
            <a:extLst xmlns:a="http://schemas.openxmlformats.org/drawingml/2006/main">
              <a:ext uri="{FF2B5EF4-FFF2-40B4-BE49-F238E27FC236}">
                <a16:creationId xmlns:a16="http://schemas.microsoft.com/office/drawing/2014/main" id="{0CDF77FB-1B30-460B-AB55-25BD4E19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24275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794" name="bar-val-Embeddings">
            <a:extLst xmlns:a="http://schemas.openxmlformats.org/drawingml/2006/main">
              <a:ext uri="{FF2B5EF4-FFF2-40B4-BE49-F238E27FC236}">
                <a16:creationId xmlns:a16="http://schemas.microsoft.com/office/drawing/2014/main" id="{F364A4BE-8D00-413F-94AA-59D6F5AE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575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3D8"/>
                </a:solidFill>
              </a:defRPr>
            </a:pPr>
            <a:r>
              <a:rPr sz="12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1.00x</a:t>
            </a:r>
          </a:p>
        </p:txBody>
      </p:sp>
      <p:sp>
        <p:nvSpPr>
          <p:cNvPr id="795" name="bar-label-Embeddings">
            <a:extLst xmlns:a="http://schemas.openxmlformats.org/drawingml/2006/main">
              <a:ext uri="{FF2B5EF4-FFF2-40B4-BE49-F238E27FC236}">
                <a16:creationId xmlns:a16="http://schemas.microsoft.com/office/drawing/2014/main" id="{8B6C6A12-4A9C-495E-B251-C17FA612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957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Embeddings</a:t>
            </a:r>
          </a:p>
        </p:txBody>
      </p:sp>
      <p:sp>
        <p:nvSpPr>
          <p:cNvPr id="796" name="car-result">
            <a:extLst xmlns:a="http://schemas.openxmlformats.org/drawingml/2006/main">
              <a:ext uri="{FF2B5EF4-FFF2-40B4-BE49-F238E27FC236}">
                <a16:creationId xmlns:a16="http://schemas.microsoft.com/office/drawing/2014/main" id="{40CB9FA8-7AB6-4872-9136-F71FF046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2D31"/>
                </a:solidFill>
              </a:defRPr>
            </a:pPr>
            <a:r>
              <a:rPr sz="165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Embeddings had 4.7% lower full-test RMSE than one-hot in this run, but MAE was mixed.</a:t>
            </a:r>
          </a:p>
        </p:txBody>
      </p:sp>
      <p:sp>
        <p:nvSpPr>
          <p:cNvPr id="797" name="car-source">
            <a:extLst xmlns:a="http://schemas.openxmlformats.org/drawingml/2006/main">
              <a:ext uri="{FF2B5EF4-FFF2-40B4-BE49-F238E27FC236}">
                <a16:creationId xmlns:a16="http://schemas.microsoft.com/office/drawing/2014/main" id="{74FE841A-F43F-4841-A6D1-06B3C421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74"/>
                </a:solidFill>
              </a:defRPr>
            </a:pPr>
            <a:r>
              <a:rPr sz="105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Metric: test RMSE relative to learned embeddings, mean over 5 PyTorch runs.</a:t>
            </a:r>
          </a:p>
        </p:txBody>
      </p:sp>
    </p:spTree>
    <p:extLst>
      <p:ext uri="{BB962C8B-B14F-4D97-AF65-F5344CB8AC3E}">
        <p14:creationId xmlns:p14="http://schemas.microsoft.com/office/powerpoint/2010/main" val="8691683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2" name="Google Shape;782;p95">
            <a:extLst xmlns:a="http://schemas.openxmlformats.org/drawingml/2006/main">
              <a:ext uri="{FF2B5EF4-FFF2-40B4-BE49-F238E27FC236}">
                <a16:creationId xmlns:a16="http://schemas.microsoft.com/office/drawing/2014/main" id="{33C7B05D-4704-408D-9C64-54BCC42BF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83" name="Google Shape;783;p95">
            <a:extLst xmlns:a="http://schemas.openxmlformats.org/drawingml/2006/main">
              <a:ext uri="{FF2B5EF4-FFF2-40B4-BE49-F238E27FC236}">
                <a16:creationId xmlns:a16="http://schemas.microsoft.com/office/drawing/2014/main" id="{3BF6862D-F1B5-457A-8D97-1A2E9E6B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A Learned Map Is the Payoff</a:t>
            </a:r>
          </a:p>
        </p:txBody>
      </p:sp>
      <p:sp>
        <p:nvSpPr>
          <p:cNvPr id="784" name="Google Shape;784;p95">
            <a:extLst xmlns:a="http://schemas.openxmlformats.org/drawingml/2006/main">
              <a:ext uri="{FF2B5EF4-FFF2-40B4-BE49-F238E27FC236}">
                <a16:creationId xmlns:a16="http://schemas.microsoft.com/office/drawing/2014/main" id="{98885F5F-C9F3-4E68-BCDD-05235C73CE52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The embedding table becomes geometry the model can use.</a:t>
            </a:r>
          </a:p>
        </p:txBody>
      </p:sp>
      <p:pic>
        <p:nvPicPr>
          <p:cNvPr id="816" name="Google Shape;785;p9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4d77feb19f4c9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6" name="scatter-frame">
            <a:extLst xmlns:a="http://schemas.openxmlformats.org/drawingml/2006/main">
              <a:ext uri="{FF2B5EF4-FFF2-40B4-BE49-F238E27FC236}">
                <a16:creationId xmlns:a16="http://schemas.microsoft.com/office/drawing/2014/main" id="{45082260-DD17-42F5-AD50-7DF3AFD5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5238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787" name="pt-lexus">
            <a:extLst xmlns:a="http://schemas.openxmlformats.org/drawingml/2006/main">
              <a:ext uri="{FF2B5EF4-FFF2-40B4-BE49-F238E27FC236}">
                <a16:creationId xmlns:a16="http://schemas.microsoft.com/office/drawing/2014/main" id="{102ABD85-B1D7-4F2C-B487-1FA846CB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848" y="17718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788" name="label-lexus">
            <a:extLst xmlns:a="http://schemas.openxmlformats.org/drawingml/2006/main">
              <a:ext uri="{FF2B5EF4-FFF2-40B4-BE49-F238E27FC236}">
                <a16:creationId xmlns:a16="http://schemas.microsoft.com/office/drawing/2014/main" id="{AF06973B-FFB3-4883-869E-3EB3A652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673" y="1724238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lexus</a:t>
            </a:r>
          </a:p>
        </p:txBody>
      </p:sp>
      <p:sp>
        <p:nvSpPr>
          <p:cNvPr id="789" name="pt-acura">
            <a:extLst xmlns:a="http://schemas.openxmlformats.org/drawingml/2006/main">
              <a:ext uri="{FF2B5EF4-FFF2-40B4-BE49-F238E27FC236}">
                <a16:creationId xmlns:a16="http://schemas.microsoft.com/office/drawing/2014/main" id="{49594C4E-DE3A-482E-9E4C-715D1CB5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890" y="167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790" name="label-acura">
            <a:extLst xmlns:a="http://schemas.openxmlformats.org/drawingml/2006/main">
              <a:ext uri="{FF2B5EF4-FFF2-40B4-BE49-F238E27FC236}">
                <a16:creationId xmlns:a16="http://schemas.microsoft.com/office/drawing/2014/main" id="{938E5386-DECB-4051-8A83-7B9033E1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715" y="16287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acura</a:t>
            </a:r>
          </a:p>
        </p:txBody>
      </p:sp>
      <p:sp>
        <p:nvSpPr>
          <p:cNvPr id="791" name="pt-tesla">
            <a:extLst xmlns:a="http://schemas.openxmlformats.org/drawingml/2006/main">
              <a:ext uri="{FF2B5EF4-FFF2-40B4-BE49-F238E27FC236}">
                <a16:creationId xmlns:a16="http://schemas.microsoft.com/office/drawing/2014/main" id="{CA0DEA61-F51A-4756-BC8C-6EE2C116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266" y="29568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792" name="label-tesla">
            <a:extLst xmlns:a="http://schemas.openxmlformats.org/drawingml/2006/main">
              <a:ext uri="{FF2B5EF4-FFF2-40B4-BE49-F238E27FC236}">
                <a16:creationId xmlns:a16="http://schemas.microsoft.com/office/drawing/2014/main" id="{2C3CA916-78F1-47BB-B8F8-6A89F757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91" y="290921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tesla</a:t>
            </a:r>
          </a:p>
        </p:txBody>
      </p:sp>
      <p:sp>
        <p:nvSpPr>
          <p:cNvPr id="793" name="pt-mazda">
            <a:extLst xmlns:a="http://schemas.openxmlformats.org/drawingml/2006/main">
              <a:ext uri="{FF2B5EF4-FFF2-40B4-BE49-F238E27FC236}">
                <a16:creationId xmlns:a16="http://schemas.microsoft.com/office/drawing/2014/main" id="{9E7EB47F-7C44-4D77-8A54-11A2414B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175" y="179609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794" name="label-mazda">
            <a:extLst xmlns:a="http://schemas.openxmlformats.org/drawingml/2006/main">
              <a:ext uri="{FF2B5EF4-FFF2-40B4-BE49-F238E27FC236}">
                <a16:creationId xmlns:a16="http://schemas.microsoft.com/office/drawing/2014/main" id="{CD05D24D-9C28-4298-956D-0F7213DE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000" y="1748473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mazda</a:t>
            </a:r>
          </a:p>
        </p:txBody>
      </p:sp>
      <p:sp>
        <p:nvSpPr>
          <p:cNvPr id="795" name="pt-subaru">
            <a:extLst xmlns:a="http://schemas.openxmlformats.org/drawingml/2006/main">
              <a:ext uri="{FF2B5EF4-FFF2-40B4-BE49-F238E27FC236}">
                <a16:creationId xmlns:a16="http://schemas.microsoft.com/office/drawing/2014/main" id="{006892F2-91C0-4DFF-A45D-F08CC3F9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144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796" name="label-subaru">
            <a:extLst xmlns:a="http://schemas.openxmlformats.org/drawingml/2006/main">
              <a:ext uri="{FF2B5EF4-FFF2-40B4-BE49-F238E27FC236}">
                <a16:creationId xmlns:a16="http://schemas.microsoft.com/office/drawing/2014/main" id="{08F76C1D-CE5B-47CE-B98C-CA0CD34E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969" y="40862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subaru</a:t>
            </a:r>
          </a:p>
        </p:txBody>
      </p:sp>
      <p:sp>
        <p:nvSpPr>
          <p:cNvPr id="797" name="pt-jeep">
            <a:extLst xmlns:a="http://schemas.openxmlformats.org/drawingml/2006/main">
              <a:ext uri="{FF2B5EF4-FFF2-40B4-BE49-F238E27FC236}">
                <a16:creationId xmlns:a16="http://schemas.microsoft.com/office/drawing/2014/main" id="{61E9FC04-F8BA-4C5B-BB4D-1FD7EE60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5479" y="38582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798" name="label-jeep">
            <a:extLst xmlns:a="http://schemas.openxmlformats.org/drawingml/2006/main">
              <a:ext uri="{FF2B5EF4-FFF2-40B4-BE49-F238E27FC236}">
                <a16:creationId xmlns:a16="http://schemas.microsoft.com/office/drawing/2014/main" id="{A7C5CB66-B2C0-427D-971A-BBCFAE9B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304" y="381064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jeep</a:t>
            </a:r>
          </a:p>
        </p:txBody>
      </p:sp>
      <p:sp>
        <p:nvSpPr>
          <p:cNvPr id="799" name="pt-cadillac">
            <a:extLst xmlns:a="http://schemas.openxmlformats.org/drawingml/2006/main">
              <a:ext uri="{FF2B5EF4-FFF2-40B4-BE49-F238E27FC236}">
                <a16:creationId xmlns:a16="http://schemas.microsoft.com/office/drawing/2014/main" id="{ADCF7D38-B26C-447C-B78B-6B0E3ECE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7145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800" name="label-cadillac">
            <a:extLst xmlns:a="http://schemas.openxmlformats.org/drawingml/2006/main">
              <a:ext uri="{FF2B5EF4-FFF2-40B4-BE49-F238E27FC236}">
                <a16:creationId xmlns:a16="http://schemas.microsoft.com/office/drawing/2014/main" id="{189ECDC2-C62A-404A-8FB7-31A87A6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66966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cadillac</a:t>
            </a:r>
          </a:p>
        </p:txBody>
      </p:sp>
      <p:sp>
        <p:nvSpPr>
          <p:cNvPr id="801" name="pt-ford">
            <a:extLst xmlns:a="http://schemas.openxmlformats.org/drawingml/2006/main">
              <a:ext uri="{FF2B5EF4-FFF2-40B4-BE49-F238E27FC236}">
                <a16:creationId xmlns:a16="http://schemas.microsoft.com/office/drawing/2014/main" id="{DEC4E2CC-8B29-44C3-A53B-38B767CA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129" y="19317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802" name="label-ford">
            <a:extLst xmlns:a="http://schemas.openxmlformats.org/drawingml/2006/main">
              <a:ext uri="{FF2B5EF4-FFF2-40B4-BE49-F238E27FC236}">
                <a16:creationId xmlns:a16="http://schemas.microsoft.com/office/drawing/2014/main" id="{29D4A59C-1323-4D0A-861B-F490B7E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954" y="1884141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ford</a:t>
            </a:r>
          </a:p>
        </p:txBody>
      </p:sp>
      <p:sp>
        <p:nvSpPr>
          <p:cNvPr id="803" name="pt-bmw">
            <a:extLst xmlns:a="http://schemas.openxmlformats.org/drawingml/2006/main">
              <a:ext uri="{FF2B5EF4-FFF2-40B4-BE49-F238E27FC236}">
                <a16:creationId xmlns:a16="http://schemas.microsoft.com/office/drawing/2014/main" id="{04135F3E-79CC-4E13-A2F5-FFC90C8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727" y="341016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804" name="label-bmw">
            <a:extLst xmlns:a="http://schemas.openxmlformats.org/drawingml/2006/main">
              <a:ext uri="{FF2B5EF4-FFF2-40B4-BE49-F238E27FC236}">
                <a16:creationId xmlns:a16="http://schemas.microsoft.com/office/drawing/2014/main" id="{4EE9AF16-80FD-40A4-A0FB-1FC53B61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552" y="3362544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bmw</a:t>
            </a:r>
          </a:p>
        </p:txBody>
      </p:sp>
      <p:sp>
        <p:nvSpPr>
          <p:cNvPr id="805" name="pt-toyota">
            <a:extLst xmlns:a="http://schemas.openxmlformats.org/drawingml/2006/main">
              <a:ext uri="{FF2B5EF4-FFF2-40B4-BE49-F238E27FC236}">
                <a16:creationId xmlns:a16="http://schemas.microsoft.com/office/drawing/2014/main" id="{0AF40393-CC68-4100-9AB1-FDC9FC11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1498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806" name="label-toyota">
            <a:extLst xmlns:a="http://schemas.openxmlformats.org/drawingml/2006/main">
              <a:ext uri="{FF2B5EF4-FFF2-40B4-BE49-F238E27FC236}">
                <a16:creationId xmlns:a16="http://schemas.microsoft.com/office/drawing/2014/main" id="{D4E714B9-3157-4F10-A916-7DE64CBD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02194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toyota</a:t>
            </a:r>
          </a:p>
        </p:txBody>
      </p:sp>
      <p:sp>
        <p:nvSpPr>
          <p:cNvPr id="807" name="pt-honda">
            <a:extLst xmlns:a="http://schemas.openxmlformats.org/drawingml/2006/main">
              <a:ext uri="{FF2B5EF4-FFF2-40B4-BE49-F238E27FC236}">
                <a16:creationId xmlns:a16="http://schemas.microsoft.com/office/drawing/2014/main" id="{8E843860-89CD-4688-B83B-6487DF2E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951" y="33625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808" name="label-honda">
            <a:extLst xmlns:a="http://schemas.openxmlformats.org/drawingml/2006/main">
              <a:ext uri="{FF2B5EF4-FFF2-40B4-BE49-F238E27FC236}">
                <a16:creationId xmlns:a16="http://schemas.microsoft.com/office/drawing/2014/main" id="{D23DE1B9-9B10-40AE-88F6-34CBF49B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76" y="3314931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honda</a:t>
            </a:r>
          </a:p>
        </p:txBody>
      </p:sp>
      <p:sp>
        <p:nvSpPr>
          <p:cNvPr id="809" name="pt-volvo">
            <a:extLst xmlns:a="http://schemas.openxmlformats.org/drawingml/2006/main">
              <a:ext uri="{FF2B5EF4-FFF2-40B4-BE49-F238E27FC236}">
                <a16:creationId xmlns:a16="http://schemas.microsoft.com/office/drawing/2014/main" id="{75B1F54D-9A23-44AD-A55C-BDA80C57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541" y="268413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810" name="label-volvo">
            <a:extLst xmlns:a="http://schemas.openxmlformats.org/drawingml/2006/main">
              <a:ext uri="{FF2B5EF4-FFF2-40B4-BE49-F238E27FC236}">
                <a16:creationId xmlns:a16="http://schemas.microsoft.com/office/drawing/2014/main" id="{F7F850BE-00A9-4E2A-9C94-8C9928F1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66" y="2636511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E2D31"/>
                </a:solidFill>
              </a:defRPr>
            </a:pPr>
            <a:r>
              <a:rPr sz="82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volvo</a:t>
            </a:r>
          </a:p>
        </p:txBody>
      </p:sp>
      <p:sp>
        <p:nvSpPr>
          <p:cNvPr id="811" name="map-neighbor">
            <a:extLst xmlns:a="http://schemas.openxmlformats.org/drawingml/2006/main">
              <a:ext uri="{FF2B5EF4-FFF2-40B4-BE49-F238E27FC236}">
                <a16:creationId xmlns:a16="http://schemas.microsoft.com/office/drawing/2014/main" id="{D433B4DE-372A-421E-B88F-917F416F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D31"/>
                </a:solidFill>
              </a:defRPr>
            </a:pPr>
            <a:r>
              <a:rPr sz="127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Nearest examples in the projection:</a:t>
            </a:r>
          </a:p>
          <a:p xmlns:a="http://schemas.openxmlformats.org/drawingml/2006/main">
            <a:pPr algn="l">
              <a:defRPr sz="1275" b="0">
                <a:solidFill>
                  <a:srgbClr val="1E2D31"/>
                </a:solidFill>
              </a:defRPr>
            </a:pPr>
            <a:r>
              <a:rPr sz="127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lexus -&gt; acura, ford</a:t>
            </a:r>
          </a:p>
          <a:p xmlns:a="http://schemas.openxmlformats.org/drawingml/2006/main">
            <a:pPr algn="l">
              <a:defRPr sz="1275" b="0">
                <a:solidFill>
                  <a:srgbClr val="1E2D31"/>
                </a:solidFill>
              </a:defRPr>
            </a:pPr>
            <a:r>
              <a:rPr sz="127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tesla -&gt; bmw, volvo</a:t>
            </a:r>
          </a:p>
          <a:p xmlns:a="http://schemas.openxmlformats.org/drawingml/2006/main">
            <a:pPr algn="l">
              <a:defRPr sz="1275" b="0">
                <a:solidFill>
                  <a:srgbClr val="1E2D31"/>
                </a:solidFill>
              </a:defRPr>
            </a:pPr>
            <a:r>
              <a:rPr sz="127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toyota -&gt; mazda, tesla</a:t>
            </a:r>
          </a:p>
        </p:txBody>
      </p:sp>
      <p:sp>
        <p:nvSpPr>
          <p:cNvPr id="812" name="map-caveat">
            <a:extLst xmlns:a="http://schemas.openxmlformats.org/drawingml/2006/main">
              <a:ext uri="{FF2B5EF4-FFF2-40B4-BE49-F238E27FC236}">
                <a16:creationId xmlns:a16="http://schemas.microsoft.com/office/drawing/2014/main" id="{488EF202-4477-4D3D-BED6-3901AE83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74"/>
                </a:solidFill>
              </a:defRPr>
            </a:pPr>
            <a:r>
              <a:rPr sz="105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A 2D projection is a teaching view; the real embedding vectors have more dimensions.</a:t>
            </a:r>
          </a:p>
        </p:txBody>
      </p:sp>
    </p:spTree>
    <p:extLst>
      <p:ext uri="{BB962C8B-B14F-4D97-AF65-F5344CB8AC3E}">
        <p14:creationId xmlns:p14="http://schemas.microsoft.com/office/powerpoint/2010/main" val="8691683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The Same Idea Shows Up Everywhere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Representation learning is a general way to make comparison possible.</a:t>
            </a:r>
          </a:p>
        </p:txBody>
      </p:sp>
      <p:pic>
        <p:nvPicPr>
          <p:cNvPr id="812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a9d2dcfa084b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everywhere-core">
            <a:extLst xmlns:a="http://schemas.openxmlformats.org/drawingml/2006/main">
              <a:ext uri="{FF2B5EF4-FFF2-40B4-BE49-F238E27FC236}">
                <a16:creationId xmlns:a16="http://schemas.microsoft.com/office/drawing/2014/main" id="{F538F9E0-0BE5-48F0-8B7A-3D7A2413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716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2D31"/>
                </a:solidFill>
              </a:defRPr>
            </a:pPr>
            <a:r>
              <a:rPr sz="195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object -&gt; vector -&gt; useful action</a:t>
            </a:r>
          </a:p>
        </p:txBody>
      </p:sp>
      <p:sp>
        <p:nvSpPr>
          <p:cNvPr id="797" name="act-0">
            <a:extLst xmlns:a="http://schemas.openxmlformats.org/drawingml/2006/main">
              <a:ext uri="{FF2B5EF4-FFF2-40B4-BE49-F238E27FC236}">
                <a16:creationId xmlns:a16="http://schemas.microsoft.com/office/drawing/2014/main" id="{4A10038A-52D1-4BC6-AE6B-396349F5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A62B"/>
            </a:solidFill>
            <a:prstDash val="solid"/>
          </a:ln>
        </p:spPr>
      </p:sp>
      <p:sp>
        <p:nvSpPr>
          <p:cNvPr id="798" name="act-label-0">
            <a:extLst xmlns:a="http://schemas.openxmlformats.org/drawingml/2006/main">
              <a:ext uri="{FF2B5EF4-FFF2-40B4-BE49-F238E27FC236}">
                <a16:creationId xmlns:a16="http://schemas.microsoft.com/office/drawing/2014/main" id="{4D0BBC3F-CE97-4AAB-B58C-A4E72337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2D31"/>
                </a:solidFill>
              </a:defRPr>
            </a:pPr>
            <a:r>
              <a:rPr sz="11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recommend</a:t>
            </a:r>
          </a:p>
        </p:txBody>
      </p:sp>
      <p:sp>
        <p:nvSpPr>
          <p:cNvPr id="799" name="act-copy-0">
            <a:extLst xmlns:a="http://schemas.openxmlformats.org/drawingml/2006/main">
              <a:ext uri="{FF2B5EF4-FFF2-40B4-BE49-F238E27FC236}">
                <a16:creationId xmlns:a16="http://schemas.microsoft.com/office/drawing/2014/main" id="{1448F59A-8E61-403B-BDDF-EF9819B6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00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people and items</a:t>
            </a:r>
          </a:p>
        </p:txBody>
      </p:sp>
      <p:sp>
        <p:nvSpPr>
          <p:cNvPr id="800" name="act-1">
            <a:extLst xmlns:a="http://schemas.openxmlformats.org/drawingml/2006/main">
              <a:ext uri="{FF2B5EF4-FFF2-40B4-BE49-F238E27FC236}">
                <a16:creationId xmlns:a16="http://schemas.microsoft.com/office/drawing/2014/main" id="{85157E42-6B7E-40B6-8F5E-D51DFA86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86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801" name="act-label-1">
            <a:extLst xmlns:a="http://schemas.openxmlformats.org/drawingml/2006/main">
              <a:ext uri="{FF2B5EF4-FFF2-40B4-BE49-F238E27FC236}">
                <a16:creationId xmlns:a16="http://schemas.microsoft.com/office/drawing/2014/main" id="{2640A792-E60E-47D0-A1C4-2112D4A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2D31"/>
                </a:solidFill>
              </a:defRPr>
            </a:pPr>
            <a:r>
              <a:rPr sz="11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retrieve</a:t>
            </a:r>
          </a:p>
        </p:txBody>
      </p:sp>
      <p:sp>
        <p:nvSpPr>
          <p:cNvPr id="802" name="act-copy-1">
            <a:extLst xmlns:a="http://schemas.openxmlformats.org/drawingml/2006/main">
              <a:ext uri="{FF2B5EF4-FFF2-40B4-BE49-F238E27FC236}">
                <a16:creationId xmlns:a16="http://schemas.microsoft.com/office/drawing/2014/main" id="{B78A6F97-BB59-458B-BAD8-0F806C11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images and text</a:t>
            </a:r>
          </a:p>
        </p:txBody>
      </p:sp>
      <p:sp>
        <p:nvSpPr>
          <p:cNvPr id="803" name="act-2">
            <a:extLst xmlns:a="http://schemas.openxmlformats.org/drawingml/2006/main">
              <a:ext uri="{FF2B5EF4-FFF2-40B4-BE49-F238E27FC236}">
                <a16:creationId xmlns:a16="http://schemas.microsoft.com/office/drawing/2014/main" id="{2F93179D-45B5-4A0B-8274-BFCAC3B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86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5AEF"/>
            </a:solidFill>
            <a:prstDash val="solid"/>
          </a:ln>
        </p:spPr>
      </p:sp>
      <p:sp>
        <p:nvSpPr>
          <p:cNvPr id="804" name="act-label-2">
            <a:extLst xmlns:a="http://schemas.openxmlformats.org/drawingml/2006/main">
              <a:ext uri="{FF2B5EF4-FFF2-40B4-BE49-F238E27FC236}">
                <a16:creationId xmlns:a16="http://schemas.microsoft.com/office/drawing/2014/main" id="{2B0846A6-B011-4C73-8F4F-D24A7090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2D31"/>
                </a:solidFill>
              </a:defRPr>
            </a:pPr>
            <a:r>
              <a:rPr sz="11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translate</a:t>
            </a:r>
          </a:p>
        </p:txBody>
      </p:sp>
      <p:sp>
        <p:nvSpPr>
          <p:cNvPr id="805" name="act-copy-2">
            <a:extLst xmlns:a="http://schemas.openxmlformats.org/drawingml/2006/main">
              <a:ext uri="{FF2B5EF4-FFF2-40B4-BE49-F238E27FC236}">
                <a16:creationId xmlns:a16="http://schemas.microsoft.com/office/drawing/2014/main" id="{15D24D29-AF86-4944-BC8E-4109C18F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00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words and context</a:t>
            </a:r>
          </a:p>
        </p:txBody>
      </p:sp>
      <p:sp>
        <p:nvSpPr>
          <p:cNvPr id="806" name="act-3">
            <a:extLst xmlns:a="http://schemas.openxmlformats.org/drawingml/2006/main">
              <a:ext uri="{FF2B5EF4-FFF2-40B4-BE49-F238E27FC236}">
                <a16:creationId xmlns:a16="http://schemas.microsoft.com/office/drawing/2014/main" id="{81206AD9-6AE8-4EB0-94BF-77F71B44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860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7E"/>
            </a:solidFill>
            <a:prstDash val="solid"/>
          </a:ln>
        </p:spPr>
      </p:sp>
      <p:sp>
        <p:nvSpPr>
          <p:cNvPr id="807" name="act-label-3">
            <a:extLst xmlns:a="http://schemas.openxmlformats.org/drawingml/2006/main">
              <a:ext uri="{FF2B5EF4-FFF2-40B4-BE49-F238E27FC236}">
                <a16:creationId xmlns:a16="http://schemas.microsoft.com/office/drawing/2014/main" id="{DB2C84C2-61D5-465E-8327-5030B203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2D31"/>
                </a:solidFill>
              </a:defRPr>
            </a:pPr>
            <a:r>
              <a:rPr sz="11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annotate</a:t>
            </a:r>
          </a:p>
        </p:txBody>
      </p:sp>
      <p:sp>
        <p:nvSpPr>
          <p:cNvPr id="808" name="act-copy-3">
            <a:extLst xmlns:a="http://schemas.openxmlformats.org/drawingml/2006/main">
              <a:ext uri="{FF2B5EF4-FFF2-40B4-BE49-F238E27FC236}">
                <a16:creationId xmlns:a16="http://schemas.microsoft.com/office/drawing/2014/main" id="{412F05CF-4DBF-4C2F-9445-C480DF0E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protein sequences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2" name="Google Shape;782;p95">
            <a:extLst xmlns:a="http://schemas.openxmlformats.org/drawingml/2006/main">
              <a:ext uri="{FF2B5EF4-FFF2-40B4-BE49-F238E27FC236}">
                <a16:creationId xmlns:a16="http://schemas.microsoft.com/office/drawing/2014/main" id="{33C7B05D-4704-408D-9C64-54BCC42BF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83" name="Google Shape;783;p95">
            <a:extLst xmlns:a="http://schemas.openxmlformats.org/drawingml/2006/main">
              <a:ext uri="{FF2B5EF4-FFF2-40B4-BE49-F238E27FC236}">
                <a16:creationId xmlns:a16="http://schemas.microsoft.com/office/drawing/2014/main" id="{3BF6862D-F1B5-457A-8D97-1A2E9E6B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Recommendations</a:t>
            </a:r>
          </a:p>
        </p:txBody>
      </p:sp>
      <p:sp>
        <p:nvSpPr>
          <p:cNvPr id="784" name="Google Shape;784;p95">
            <a:extLst xmlns:a="http://schemas.openxmlformats.org/drawingml/2006/main">
              <a:ext uri="{FF2B5EF4-FFF2-40B4-BE49-F238E27FC236}">
                <a16:creationId xmlns:a16="http://schemas.microsoft.com/office/drawing/2014/main" id="{98885F5F-C9F3-4E68-BCDD-05235C73CE52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A recommender learns vectors for people and items.</a:t>
            </a:r>
          </a:p>
        </p:txBody>
      </p:sp>
      <p:pic>
        <p:nvPicPr>
          <p:cNvPr id="807" name="Google Shape;785;p9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3bd7490f4a43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6" name="student-dot">
            <a:extLst xmlns:a="http://schemas.openxmlformats.org/drawingml/2006/main">
              <a:ext uri="{FF2B5EF4-FFF2-40B4-BE49-F238E27FC236}">
                <a16:creationId xmlns:a16="http://schemas.microsoft.com/office/drawing/2014/main" id="{7C8DC639-840C-4C3E-BC9C-976E6790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A62B"/>
          </a:solidFill>
          <a:ln xmlns:a="http://schemas.openxmlformats.org/drawingml/2006/main" w="9525">
            <a:solidFill>
              <a:srgbClr val="DCA62B"/>
            </a:solidFill>
            <a:prstDash val="solid"/>
          </a:ln>
        </p:spPr>
      </p:sp>
      <p:sp>
        <p:nvSpPr>
          <p:cNvPr id="787" name="student-label">
            <a:extLst xmlns:a="http://schemas.openxmlformats.org/drawingml/2006/main">
              <a:ext uri="{FF2B5EF4-FFF2-40B4-BE49-F238E27FC236}">
                <a16:creationId xmlns:a16="http://schemas.microsoft.com/office/drawing/2014/main" id="{4168606F-E4E1-4534-BA32-F2740784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86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A62B"/>
                </a:solidFill>
              </a:defRPr>
            </a:pPr>
            <a:r>
              <a:rPr sz="135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student</a:t>
            </a:r>
          </a:p>
        </p:txBody>
      </p:sp>
      <p:sp>
        <p:nvSpPr>
          <p:cNvPr id="788" name="rec-robotics">
            <a:extLst xmlns:a="http://schemas.openxmlformats.org/drawingml/2006/main">
              <a:ext uri="{FF2B5EF4-FFF2-40B4-BE49-F238E27FC236}">
                <a16:creationId xmlns:a16="http://schemas.microsoft.com/office/drawing/2014/main" id="{609E6441-AF8C-4425-ACE5-5354863F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24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789" name="rec-line-robotics">
            <a:extLst xmlns:a="http://schemas.openxmlformats.org/drawingml/2006/main">
              <a:ext uri="{FF2B5EF4-FFF2-40B4-BE49-F238E27FC236}">
                <a16:creationId xmlns:a16="http://schemas.microsoft.com/office/drawing/2014/main" id="{27FEDB9E-AC9A-46D9-A973-202053D0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67000"/>
            <a:ext cx="4143375" cy="-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3D8"/>
            </a:solidFill>
            <a:prstDash val="solid"/>
          </a:ln>
        </p:spPr>
      </p:sp>
      <p:sp>
        <p:nvSpPr>
          <p:cNvPr id="790" name="rec-label-robotics">
            <a:extLst xmlns:a="http://schemas.openxmlformats.org/drawingml/2006/main">
              <a:ext uri="{FF2B5EF4-FFF2-40B4-BE49-F238E27FC236}">
                <a16:creationId xmlns:a16="http://schemas.microsoft.com/office/drawing/2014/main" id="{D766FC22-2ABB-4D4C-958B-0A2C0203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05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F73D8"/>
                </a:solidFill>
              </a:defRPr>
            </a:pPr>
            <a:r>
              <a:rPr sz="900" b="0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robotics</a:t>
            </a:r>
          </a:p>
        </p:txBody>
      </p:sp>
      <p:sp>
        <p:nvSpPr>
          <p:cNvPr id="791" name="rec-biology">
            <a:extLst xmlns:a="http://schemas.openxmlformats.org/drawingml/2006/main">
              <a:ext uri="{FF2B5EF4-FFF2-40B4-BE49-F238E27FC236}">
                <a16:creationId xmlns:a16="http://schemas.microsoft.com/office/drawing/2014/main" id="{A86546E8-CFCF-49E5-8D0D-515D568E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7E"/>
          </a:solidFill>
          <a:ln xmlns:a="http://schemas.openxmlformats.org/drawingml/2006/main" w="9525">
            <a:solidFill>
              <a:srgbClr val="008C7E"/>
            </a:solidFill>
            <a:prstDash val="solid"/>
          </a:ln>
        </p:spPr>
      </p:sp>
      <p:sp>
        <p:nvSpPr>
          <p:cNvPr id="792" name="rec-line-biology">
            <a:extLst xmlns:a="http://schemas.openxmlformats.org/drawingml/2006/main">
              <a:ext uri="{FF2B5EF4-FFF2-40B4-BE49-F238E27FC236}">
                <a16:creationId xmlns:a16="http://schemas.microsoft.com/office/drawing/2014/main" id="{AF30CDF5-3F18-4A79-8AA7-DB6433E2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670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7E"/>
            </a:solidFill>
            <a:prstDash val="solid"/>
          </a:ln>
        </p:spPr>
      </p:sp>
      <p:sp>
        <p:nvSpPr>
          <p:cNvPr id="793" name="rec-label-biology">
            <a:extLst xmlns:a="http://schemas.openxmlformats.org/drawingml/2006/main">
              <a:ext uri="{FF2B5EF4-FFF2-40B4-BE49-F238E27FC236}">
                <a16:creationId xmlns:a16="http://schemas.microsoft.com/office/drawing/2014/main" id="{B3A0BE94-B9E6-4081-B419-B6355B53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8C7E"/>
                </a:solidFill>
              </a:defRPr>
            </a:pPr>
            <a:r>
              <a:rPr sz="900" b="0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biology</a:t>
            </a:r>
          </a:p>
        </p:txBody>
      </p:sp>
      <p:sp>
        <p:nvSpPr>
          <p:cNvPr id="794" name="rec-music">
            <a:extLst xmlns:a="http://schemas.openxmlformats.org/drawingml/2006/main">
              <a:ext uri="{FF2B5EF4-FFF2-40B4-BE49-F238E27FC236}">
                <a16:creationId xmlns:a16="http://schemas.microsoft.com/office/drawing/2014/main" id="{2AB712EB-FC5E-4576-8A20-1DE7950F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305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6E5AEF"/>
            </a:solidFill>
            <a:prstDash val="solid"/>
          </a:ln>
        </p:spPr>
      </p:sp>
      <p:sp>
        <p:nvSpPr>
          <p:cNvPr id="795" name="rec-line-music">
            <a:extLst xmlns:a="http://schemas.openxmlformats.org/drawingml/2006/main">
              <a:ext uri="{FF2B5EF4-FFF2-40B4-BE49-F238E27FC236}">
                <a16:creationId xmlns:a16="http://schemas.microsoft.com/office/drawing/2014/main" id="{790E6D67-4219-4E7A-8DC2-3B62B9FD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67000"/>
            <a:ext cx="36671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5AEF"/>
            </a:solidFill>
            <a:prstDash val="solid"/>
          </a:ln>
        </p:spPr>
      </p:sp>
      <p:sp>
        <p:nvSpPr>
          <p:cNvPr id="796" name="rec-label-music">
            <a:extLst xmlns:a="http://schemas.openxmlformats.org/drawingml/2006/main">
              <a:ext uri="{FF2B5EF4-FFF2-40B4-BE49-F238E27FC236}">
                <a16:creationId xmlns:a16="http://schemas.microsoft.com/office/drawing/2014/main" id="{4C043CFD-4D8D-4725-BB40-4083B149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861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5AEF"/>
                </a:solidFill>
              </a:defRPr>
            </a:pPr>
            <a:r>
              <a:rPr sz="900" b="0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music</a:t>
            </a:r>
          </a:p>
        </p:txBody>
      </p:sp>
      <p:sp>
        <p:nvSpPr>
          <p:cNvPr id="797" name="rec-coding">
            <a:extLst xmlns:a="http://schemas.openxmlformats.org/drawingml/2006/main">
              <a:ext uri="{FF2B5EF4-FFF2-40B4-BE49-F238E27FC236}">
                <a16:creationId xmlns:a16="http://schemas.microsoft.com/office/drawing/2014/main" id="{1D6ED96A-E09E-428E-B264-1DE279BC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9525">
            <a:solidFill>
              <a:srgbClr val="E45A3C"/>
            </a:solidFill>
            <a:prstDash val="solid"/>
          </a:ln>
        </p:spPr>
      </p:sp>
      <p:sp>
        <p:nvSpPr>
          <p:cNvPr id="798" name="rec-line-coding">
            <a:extLst xmlns:a="http://schemas.openxmlformats.org/drawingml/2006/main">
              <a:ext uri="{FF2B5EF4-FFF2-40B4-BE49-F238E27FC236}">
                <a16:creationId xmlns:a16="http://schemas.microsoft.com/office/drawing/2014/main" id="{A9F06F0B-989B-4E51-98DA-57F7209E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67000"/>
            <a:ext cx="19526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5A3C"/>
            </a:solidFill>
            <a:prstDash val="solid"/>
          </a:ln>
        </p:spPr>
      </p:sp>
      <p:sp>
        <p:nvSpPr>
          <p:cNvPr id="799" name="rec-label-coding">
            <a:extLst xmlns:a="http://schemas.openxmlformats.org/drawingml/2006/main">
              <a:ext uri="{FF2B5EF4-FFF2-40B4-BE49-F238E27FC236}">
                <a16:creationId xmlns:a16="http://schemas.microsoft.com/office/drawing/2014/main" id="{04DEBBA0-C646-4D56-A2F7-24939B1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381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45A3C"/>
                </a:solidFill>
              </a:defRPr>
            </a:pPr>
            <a:r>
              <a:rPr sz="900" b="0">
                <a:solidFill>
                  <a:srgbClr val="E45A3C"/>
                </a:solidFill>
                <a:latin typeface="Helvetica Neue"/>
                <a:ea typeface="Helvetica Neue"/>
                <a:cs typeface="Helvetica Neue"/>
              </a:rPr>
              <a:t>coding</a:t>
            </a:r>
          </a:p>
        </p:txBody>
      </p:sp>
      <p:sp>
        <p:nvSpPr>
          <p:cNvPr id="800" name="rec-random">
            <a:extLst xmlns:a="http://schemas.openxmlformats.org/drawingml/2006/main">
              <a:ext uri="{FF2B5EF4-FFF2-40B4-BE49-F238E27FC236}">
                <a16:creationId xmlns:a16="http://schemas.microsoft.com/office/drawing/2014/main" id="{8805BE31-2A3C-4A57-AE9E-23737919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52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74"/>
          </a:solidFill>
          <a:ln xmlns:a="http://schemas.openxmlformats.org/drawingml/2006/main" w="9525">
            <a:solidFill>
              <a:srgbClr val="607074"/>
            </a:solidFill>
            <a:prstDash val="solid"/>
          </a:ln>
        </p:spPr>
      </p:sp>
      <p:sp>
        <p:nvSpPr>
          <p:cNvPr id="801" name="rec-line-random">
            <a:extLst xmlns:a="http://schemas.openxmlformats.org/drawingml/2006/main">
              <a:ext uri="{FF2B5EF4-FFF2-40B4-BE49-F238E27FC236}">
                <a16:creationId xmlns:a16="http://schemas.microsoft.com/office/drawing/2014/main" id="{43DE848A-170E-4CE1-8FFF-4015DFF9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67000"/>
            <a:ext cx="50006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07074"/>
            </a:solidFill>
            <a:prstDash val="solid"/>
          </a:ln>
        </p:spPr>
      </p:sp>
      <p:sp>
        <p:nvSpPr>
          <p:cNvPr id="802" name="rec-label-random">
            <a:extLst xmlns:a="http://schemas.openxmlformats.org/drawingml/2006/main">
              <a:ext uri="{FF2B5EF4-FFF2-40B4-BE49-F238E27FC236}">
                <a16:creationId xmlns:a16="http://schemas.microsoft.com/office/drawing/2014/main" id="{E9D36BE5-5D79-4209-83FA-538D87E8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33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random</a:t>
            </a:r>
          </a:p>
        </p:txBody>
      </p:sp>
      <p:sp>
        <p:nvSpPr>
          <p:cNvPr id="803" name="rec-note">
            <a:extLst xmlns:a="http://schemas.openxmlformats.org/drawingml/2006/main">
              <a:ext uri="{FF2B5EF4-FFF2-40B4-BE49-F238E27FC236}">
                <a16:creationId xmlns:a16="http://schemas.microsoft.com/office/drawing/2014/main" id="{2A6E006D-45F8-484F-9964-E568E13E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D31"/>
                </a:solidFill>
              </a:defRPr>
            </a:pPr>
            <a:r>
              <a:rPr sz="15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Learning puts tastes and items into the same space. Similar directions become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8691683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2" name="Google Shape;782;p95">
            <a:extLst xmlns:a="http://schemas.openxmlformats.org/drawingml/2006/main">
              <a:ext uri="{FF2B5EF4-FFF2-40B4-BE49-F238E27FC236}">
                <a16:creationId xmlns:a16="http://schemas.microsoft.com/office/drawing/2014/main" id="{33C7B05D-4704-408D-9C64-54BCC42BF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83" name="Google Shape;783;p95">
            <a:extLst xmlns:a="http://schemas.openxmlformats.org/drawingml/2006/main">
              <a:ext uri="{FF2B5EF4-FFF2-40B4-BE49-F238E27FC236}">
                <a16:creationId xmlns:a16="http://schemas.microsoft.com/office/drawing/2014/main" id="{3BF6862D-F1B5-457A-8D97-1A2E9E6B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Images and Text Can Share a Space</a:t>
            </a:r>
          </a:p>
        </p:txBody>
      </p:sp>
      <p:sp>
        <p:nvSpPr>
          <p:cNvPr id="784" name="Google Shape;784;p95">
            <a:extLst xmlns:a="http://schemas.openxmlformats.org/drawingml/2006/main">
              <a:ext uri="{FF2B5EF4-FFF2-40B4-BE49-F238E27FC236}">
                <a16:creationId xmlns:a16="http://schemas.microsoft.com/office/drawing/2014/main" id="{98885F5F-C9F3-4E68-BCDD-05235C73CE52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A search phrase and a picture can be represented by nearby vectors.</a:t>
            </a:r>
          </a:p>
        </p:txBody>
      </p:sp>
      <p:pic>
        <p:nvPicPr>
          <p:cNvPr id="797" name="Google Shape;785;p9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36a8b39eb34a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b1df7cb8e4833"/>
          <a:stretch xmlns:a="http://schemas.openxmlformats.org/drawingml/2006/main"/>
        </p:blipFill>
        <p:spPr>
          <a:xfrm xmlns:a="http://schemas.openxmlformats.org/drawingml/2006/main">
            <a:off x="1000125" y="1815703"/>
            <a:ext cx="1762125" cy="1321594"/>
          </a:xfrm>
          <a:prstGeom xmlns:a="http://schemas.openxmlformats.org/drawingml/2006/main" prst="rect">
            <a:avLst/>
          </a:prstGeom>
        </p:spPr>
      </p:pic>
      <p:sp>
        <p:nvSpPr>
          <p:cNvPr id="787" name="box-text-query">
            <a:extLst xmlns:a="http://schemas.openxmlformats.org/drawingml/2006/main">
              <a:ext uri="{FF2B5EF4-FFF2-40B4-BE49-F238E27FC236}">
                <a16:creationId xmlns:a16="http://schemas.microsoft.com/office/drawing/2014/main" id="{958FCA1C-DE00-4857-A74F-48A9ADCC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1524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D8"/>
            </a:solidFill>
            <a:prstDash val="solid"/>
          </a:ln>
        </p:spPr>
      </p:sp>
      <p:sp>
        <p:nvSpPr>
          <p:cNvPr id="788" name="label-text-query">
            <a:extLst xmlns:a="http://schemas.openxmlformats.org/drawingml/2006/main">
              <a:ext uri="{FF2B5EF4-FFF2-40B4-BE49-F238E27FC236}">
                <a16:creationId xmlns:a16="http://schemas.microsoft.com/office/drawing/2014/main" id="{A7EDBDB0-1544-4E31-812C-A484EA22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955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3D8"/>
                </a:solidFill>
              </a:defRPr>
            </a:pPr>
            <a:r>
              <a:rPr sz="12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red hiking</a:t>
            </a:r>
          </a:p>
          <a:p xmlns:a="http://schemas.openxmlformats.org/drawingml/2006/main">
            <a:pPr algn="ctr">
              <a:defRPr sz="1200" b="1">
                <a:solidFill>
                  <a:srgbClr val="2F73D8"/>
                </a:solidFill>
              </a:defRPr>
            </a:pPr>
            <a:r>
              <a:rPr sz="12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backpack</a:t>
            </a:r>
          </a:p>
        </p:txBody>
      </p:sp>
      <p:sp>
        <p:nvSpPr>
          <p:cNvPr id="789" name="box-shared-space">
            <a:extLst xmlns:a="http://schemas.openxmlformats.org/drawingml/2006/main">
              <a:ext uri="{FF2B5EF4-FFF2-40B4-BE49-F238E27FC236}">
                <a16:creationId xmlns:a16="http://schemas.microsoft.com/office/drawing/2014/main" id="{1FA00B1A-75F6-4A51-8A91-F186F2E6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1524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7E"/>
            </a:solidFill>
            <a:prstDash val="solid"/>
          </a:ln>
        </p:spPr>
      </p:sp>
      <p:sp>
        <p:nvSpPr>
          <p:cNvPr id="790" name="label-shared-space">
            <a:extLst xmlns:a="http://schemas.openxmlformats.org/drawingml/2006/main">
              <a:ext uri="{FF2B5EF4-FFF2-40B4-BE49-F238E27FC236}">
                <a16:creationId xmlns:a16="http://schemas.microsoft.com/office/drawing/2014/main" id="{29D14435-89C7-49FD-9CE9-145CCE56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shared vector</a:t>
            </a:r>
          </a:p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space</a:t>
            </a:r>
          </a:p>
        </p:txBody>
      </p:sp>
      <p:sp>
        <p:nvSpPr>
          <p:cNvPr id="791" name="clip-a">
            <a:extLst xmlns:a="http://schemas.openxmlformats.org/drawingml/2006/main">
              <a:ext uri="{FF2B5EF4-FFF2-40B4-BE49-F238E27FC236}">
                <a16:creationId xmlns:a16="http://schemas.microsoft.com/office/drawing/2014/main" id="{AEB8F022-B701-4D59-9F34-E9FEEFAC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3D8"/>
            </a:solidFill>
            <a:prstDash val="solid"/>
          </a:ln>
        </p:spPr>
      </p:sp>
      <p:sp>
        <p:nvSpPr>
          <p:cNvPr id="792" name="clip-b">
            <a:extLst xmlns:a="http://schemas.openxmlformats.org/drawingml/2006/main">
              <a:ext uri="{FF2B5EF4-FFF2-40B4-BE49-F238E27FC236}">
                <a16:creationId xmlns:a16="http://schemas.microsoft.com/office/drawing/2014/main" id="{A7779642-98DE-4595-90DB-03497BE6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C7E"/>
            </a:solidFill>
            <a:prstDash val="solid"/>
          </a:ln>
        </p:spPr>
      </p:sp>
      <p:sp>
        <p:nvSpPr>
          <p:cNvPr id="793" name="clip-note">
            <a:extLst xmlns:a="http://schemas.openxmlformats.org/drawingml/2006/main">
              <a:ext uri="{FF2B5EF4-FFF2-40B4-BE49-F238E27FC236}">
                <a16:creationId xmlns:a16="http://schemas.microsoft.com/office/drawing/2014/main" id="{2DFFADF3-0E19-4ACB-A088-B70172A2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528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D31"/>
                </a:solidFill>
              </a:defRPr>
            </a:pPr>
            <a:r>
              <a:rPr sz="15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Search becomes geometry when pictures and phrases use compatible coordinates.</a:t>
            </a:r>
          </a:p>
        </p:txBody>
      </p:sp>
    </p:spTree>
    <p:extLst>
      <p:ext uri="{BB962C8B-B14F-4D97-AF65-F5344CB8AC3E}">
        <p14:creationId xmlns:p14="http://schemas.microsoft.com/office/powerpoint/2010/main" val="8691683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3" name="Google Shape;883;p106">
            <a:extLst xmlns:a="http://schemas.openxmlformats.org/drawingml/2006/main">
              <a:ext uri="{FF2B5EF4-FFF2-40B4-BE49-F238E27FC236}">
                <a16:creationId xmlns:a16="http://schemas.microsoft.com/office/drawing/2014/main" id="{77E4FF7D-038E-4092-AECF-7E5B0DAE65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884" name="Google Shape;884;p106">
            <a:extLst xmlns:a="http://schemas.openxmlformats.org/drawingml/2006/main">
              <a:ext uri="{FF2B5EF4-FFF2-40B4-BE49-F238E27FC236}">
                <a16:creationId xmlns:a16="http://schemas.microsoft.com/office/drawing/2014/main" id="{938CD877-2CD4-4E69-A459-51FDB3009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Training LLMs</a:t>
            </a:r>
          </a:p>
        </p:txBody>
      </p:sp>
      <p:sp>
        <p:nvSpPr>
          <p:cNvPr id="885" name="Google Shape;885;p106">
            <a:extLst xmlns:a="http://schemas.openxmlformats.org/drawingml/2006/main">
              <a:ext uri="{FF2B5EF4-FFF2-40B4-BE49-F238E27FC236}">
                <a16:creationId xmlns:a16="http://schemas.microsoft.com/office/drawing/2014/main" id="{C6F0E37C-BAF3-4F1E-B21E-9C7F9B4716A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3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ModernBERT learns representations by filling in blanks.</a:t>
            </a:r>
          </a:p>
        </p:txBody>
      </p:sp>
      <p:pic>
        <p:nvPicPr>
          <p:cNvPr id="903" name="Google Shape;886;p10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5902b918e3481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87" name="mask-row-0">
            <a:extLst xmlns:a="http://schemas.openxmlformats.org/drawingml/2006/main">
              <a:ext uri="{FF2B5EF4-FFF2-40B4-BE49-F238E27FC236}">
                <a16:creationId xmlns:a16="http://schemas.microsoft.com/office/drawing/2014/main" id="{DA3EA94A-13D4-41A9-BFB3-6280306C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5619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88" name="mask-prompt-0">
            <a:extLst xmlns:a="http://schemas.openxmlformats.org/drawingml/2006/main">
              <a:ext uri="{FF2B5EF4-FFF2-40B4-BE49-F238E27FC236}">
                <a16:creationId xmlns:a16="http://schemas.microsoft.com/office/drawing/2014/main" id="{5B608D89-77AB-4FD9-880C-67E0303A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430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D31"/>
                </a:solidFill>
              </a:defRPr>
            </a:pPr>
            <a:r>
              <a:rPr sz="11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The [MASK] wore a crown.</a:t>
            </a:r>
          </a:p>
        </p:txBody>
      </p:sp>
      <p:sp>
        <p:nvSpPr>
          <p:cNvPr id="889" name="mask-answer-0">
            <a:extLst xmlns:a="http://schemas.openxmlformats.org/drawingml/2006/main">
              <a:ext uri="{FF2B5EF4-FFF2-40B4-BE49-F238E27FC236}">
                <a16:creationId xmlns:a16="http://schemas.microsoft.com/office/drawing/2014/main" id="{746CD0AC-E3AD-424E-9715-22456953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04975"/>
            <a:ext cx="762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6E5AEF"/>
            </a:solidFill>
            <a:prstDash val="solid"/>
          </a:ln>
        </p:spPr>
      </p:sp>
      <p:sp>
        <p:nvSpPr>
          <p:cNvPr id="890" name="mask-answer-text-0">
            <a:extLst xmlns:a="http://schemas.openxmlformats.org/drawingml/2006/main">
              <a:ext uri="{FF2B5EF4-FFF2-40B4-BE49-F238E27FC236}">
                <a16:creationId xmlns:a16="http://schemas.microsoft.com/office/drawing/2014/main" id="{E349AC13-1AD6-4848-A1CB-E1114ED7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716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king</a:t>
            </a:r>
          </a:p>
        </p:txBody>
      </p:sp>
      <p:sp>
        <p:nvSpPr>
          <p:cNvPr id="891" name="mask-row-1">
            <a:extLst xmlns:a="http://schemas.openxmlformats.org/drawingml/2006/main">
              <a:ext uri="{FF2B5EF4-FFF2-40B4-BE49-F238E27FC236}">
                <a16:creationId xmlns:a16="http://schemas.microsoft.com/office/drawing/2014/main" id="{4177C034-A75B-4CF1-83B5-9E0D81CF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5619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92" name="mask-prompt-1">
            <a:extLst xmlns:a="http://schemas.openxmlformats.org/drawingml/2006/main">
              <a:ext uri="{FF2B5EF4-FFF2-40B4-BE49-F238E27FC236}">
                <a16:creationId xmlns:a16="http://schemas.microsoft.com/office/drawing/2014/main" id="{A84E59F2-DB8F-4413-A458-E69AB214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050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D31"/>
                </a:solidFill>
              </a:defRPr>
            </a:pPr>
            <a:r>
              <a:rPr sz="11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The scientist mixed chemicals in the [MASK].</a:t>
            </a:r>
          </a:p>
        </p:txBody>
      </p:sp>
      <p:sp>
        <p:nvSpPr>
          <p:cNvPr id="893" name="mask-answer-1">
            <a:extLst xmlns:a="http://schemas.openxmlformats.org/drawingml/2006/main">
              <a:ext uri="{FF2B5EF4-FFF2-40B4-BE49-F238E27FC236}">
                <a16:creationId xmlns:a16="http://schemas.microsoft.com/office/drawing/2014/main" id="{9229543C-E9D0-4B46-B3AF-F70C1A88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66975"/>
            <a:ext cx="762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6E5AEF"/>
            </a:solidFill>
            <a:prstDash val="solid"/>
          </a:ln>
        </p:spPr>
      </p:sp>
      <p:sp>
        <p:nvSpPr>
          <p:cNvPr id="894" name="mask-answer-text-1">
            <a:extLst xmlns:a="http://schemas.openxmlformats.org/drawingml/2006/main">
              <a:ext uri="{FF2B5EF4-FFF2-40B4-BE49-F238E27FC236}">
                <a16:creationId xmlns:a16="http://schemas.microsoft.com/office/drawing/2014/main" id="{5A6B3EDE-8BAA-4AB3-9C78-E2D2ADC7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336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</a:t>
            </a:r>
          </a:p>
        </p:txBody>
      </p:sp>
      <p:sp>
        <p:nvSpPr>
          <p:cNvPr id="895" name="mask-row-2">
            <a:extLst xmlns:a="http://schemas.openxmlformats.org/drawingml/2006/main">
              <a:ext uri="{FF2B5EF4-FFF2-40B4-BE49-F238E27FC236}">
                <a16:creationId xmlns:a16="http://schemas.microsoft.com/office/drawing/2014/main" id="{DB052272-28D9-448F-9FA3-A1600613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619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96" name="mask-prompt-2">
            <a:extLst xmlns:a="http://schemas.openxmlformats.org/drawingml/2006/main">
              <a:ext uri="{FF2B5EF4-FFF2-40B4-BE49-F238E27FC236}">
                <a16:creationId xmlns:a16="http://schemas.microsoft.com/office/drawing/2014/main" id="{C157158C-8A90-4F9F-ADCB-16713648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670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D31"/>
                </a:solidFill>
              </a:defRPr>
            </a:pPr>
            <a:r>
              <a:rPr sz="11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The protein sequence folds into a [MASK].</a:t>
            </a:r>
          </a:p>
        </p:txBody>
      </p:sp>
      <p:sp>
        <p:nvSpPr>
          <p:cNvPr id="897" name="mask-answer-2">
            <a:extLst xmlns:a="http://schemas.openxmlformats.org/drawingml/2006/main">
              <a:ext uri="{FF2B5EF4-FFF2-40B4-BE49-F238E27FC236}">
                <a16:creationId xmlns:a16="http://schemas.microsoft.com/office/drawing/2014/main" id="{5F941981-190D-4F5C-B3C1-9EAE35DB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28975"/>
            <a:ext cx="762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6E5AEF"/>
            </a:solidFill>
            <a:prstDash val="solid"/>
          </a:ln>
        </p:spPr>
      </p:sp>
      <p:sp>
        <p:nvSpPr>
          <p:cNvPr id="898" name="mask-answer-text-2">
            <a:extLst xmlns:a="http://schemas.openxmlformats.org/drawingml/2006/main">
              <a:ext uri="{FF2B5EF4-FFF2-40B4-BE49-F238E27FC236}">
                <a16:creationId xmlns:a16="http://schemas.microsoft.com/office/drawing/2014/main" id="{45CC7DE3-C8C5-4FED-BF6F-65834724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956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helix</a:t>
            </a:r>
          </a:p>
        </p:txBody>
      </p:sp>
      <p:sp>
        <p:nvSpPr>
          <p:cNvPr id="899" name="mask-note">
            <a:extLst xmlns:a="http://schemas.openxmlformats.org/drawingml/2006/main">
              <a:ext uri="{FF2B5EF4-FFF2-40B4-BE49-F238E27FC236}">
                <a16:creationId xmlns:a16="http://schemas.microsoft.com/office/drawing/2014/main" id="{6A778163-56BB-4354-82E2-DB97F110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1476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E2D31"/>
                </a:solidFill>
              </a:defRPr>
            </a:pPr>
            <a:r>
              <a:rPr sz="142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Prediction forces grammar, facts, and meaning into vectors.</a:t>
            </a:r>
          </a:p>
        </p:txBody>
      </p:sp>
    </p:spTree>
    <p:extLst>
      <p:ext uri="{BB962C8B-B14F-4D97-AF65-F5344CB8AC3E}">
        <p14:creationId xmlns:p14="http://schemas.microsoft.com/office/powerpoint/2010/main" val="9536503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4" name="Google Shape;874;p105">
            <a:extLst xmlns:a="http://schemas.openxmlformats.org/drawingml/2006/main">
              <a:ext uri="{FF2B5EF4-FFF2-40B4-BE49-F238E27FC236}">
                <a16:creationId xmlns:a16="http://schemas.microsoft.com/office/drawing/2014/main" id="{8180857F-1855-4EBF-ADB2-8A8A69904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875" name="Google Shape;875;p105">
            <a:extLst xmlns:a="http://schemas.openxmlformats.org/drawingml/2006/main">
              <a:ext uri="{FF2B5EF4-FFF2-40B4-BE49-F238E27FC236}">
                <a16:creationId xmlns:a16="http://schemas.microsoft.com/office/drawing/2014/main" id="{600E93A1-6431-4617-8FE0-A9594469A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Token Embedding</a:t>
            </a:r>
          </a:p>
        </p:txBody>
      </p:sp>
      <p:sp>
        <p:nvSpPr>
          <p:cNvPr id="876" name="Google Shape;876;p105">
            <a:extLst xmlns:a="http://schemas.openxmlformats.org/drawingml/2006/main">
              <a:ext uri="{FF2B5EF4-FFF2-40B4-BE49-F238E27FC236}">
                <a16:creationId xmlns:a16="http://schemas.microsoft.com/office/drawing/2014/main" id="{A28C6260-B400-4A04-A9D2-D60D48D7DF4C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3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A token starts as an ID. The model looks up a row in a learned matrix.</a:t>
            </a:r>
          </a:p>
        </p:txBody>
      </p:sp>
      <p:pic>
        <p:nvPicPr>
          <p:cNvPr id="890" name="Google Shape;877;p10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678017f74a4a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78" name="box-onehot">
            <a:extLst xmlns:a="http://schemas.openxmlformats.org/drawingml/2006/main">
              <a:ext uri="{FF2B5EF4-FFF2-40B4-BE49-F238E27FC236}">
                <a16:creationId xmlns:a16="http://schemas.microsoft.com/office/drawing/2014/main" id="{B0246F1D-4F1B-4DDD-8F0A-7681C876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D8"/>
            </a:solidFill>
            <a:prstDash val="solid"/>
          </a:ln>
        </p:spPr>
      </p:sp>
      <p:sp>
        <p:nvSpPr>
          <p:cNvPr id="879" name="label-onehot">
            <a:extLst xmlns:a="http://schemas.openxmlformats.org/drawingml/2006/main">
              <a:ext uri="{FF2B5EF4-FFF2-40B4-BE49-F238E27FC236}">
                <a16:creationId xmlns:a16="http://schemas.microsoft.com/office/drawing/2014/main" id="{1B40EDC3-3631-48F0-81BF-446CB66C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860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3D8"/>
                </a:solidFill>
              </a:defRPr>
            </a:pPr>
            <a:r>
              <a:rPr sz="12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one-hot ID</a:t>
            </a:r>
          </a:p>
        </p:txBody>
      </p:sp>
      <p:sp>
        <p:nvSpPr>
          <p:cNvPr id="880" name="box-matrix">
            <a:extLst xmlns:a="http://schemas.openxmlformats.org/drawingml/2006/main">
              <a:ext uri="{FF2B5EF4-FFF2-40B4-BE49-F238E27FC236}">
                <a16:creationId xmlns:a16="http://schemas.microsoft.com/office/drawing/2014/main" id="{3284F083-8E16-44E1-BF13-A9BBB39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90750"/>
            <a:ext cx="1524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5AEF"/>
            </a:solidFill>
            <a:prstDash val="solid"/>
          </a:ln>
        </p:spPr>
      </p:sp>
      <p:sp>
        <p:nvSpPr>
          <p:cNvPr id="881" name="label-matrix">
            <a:extLst xmlns:a="http://schemas.openxmlformats.org/drawingml/2006/main">
              <a:ext uri="{FF2B5EF4-FFF2-40B4-BE49-F238E27FC236}">
                <a16:creationId xmlns:a16="http://schemas.microsoft.com/office/drawing/2014/main" id="{84EC8C73-D720-4DE7-8856-12B10B57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431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5AEF"/>
                </a:solidFill>
              </a:defRPr>
            </a:pPr>
            <a:r>
              <a:rPr sz="120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  <a:p xmlns:a="http://schemas.openxmlformats.org/drawingml/2006/main">
            <a:pPr algn="ctr">
              <a:defRPr sz="1200" b="1">
                <a:solidFill>
                  <a:srgbClr val="6E5AEF"/>
                </a:solidFill>
              </a:defRPr>
            </a:pPr>
            <a:r>
              <a:rPr sz="120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matrix</a:t>
            </a:r>
          </a:p>
        </p:txBody>
      </p:sp>
      <p:sp>
        <p:nvSpPr>
          <p:cNvPr id="882" name="box-embedding">
            <a:extLst xmlns:a="http://schemas.openxmlformats.org/drawingml/2006/main">
              <a:ext uri="{FF2B5EF4-FFF2-40B4-BE49-F238E27FC236}">
                <a16:creationId xmlns:a16="http://schemas.microsoft.com/office/drawing/2014/main" id="{7005A615-AF39-4956-9C7D-3E749DEB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33625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7E"/>
            </a:solidFill>
            <a:prstDash val="solid"/>
          </a:ln>
        </p:spPr>
      </p:sp>
      <p:sp>
        <p:nvSpPr>
          <p:cNvPr id="883" name="label-embedding">
            <a:extLst xmlns:a="http://schemas.openxmlformats.org/drawingml/2006/main">
              <a:ext uri="{FF2B5EF4-FFF2-40B4-BE49-F238E27FC236}">
                <a16:creationId xmlns:a16="http://schemas.microsoft.com/office/drawing/2014/main" id="{21D204A9-32CC-492E-B5E4-D4B42B2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8602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vector</a:t>
            </a:r>
          </a:p>
        </p:txBody>
      </p:sp>
      <p:sp>
        <p:nvSpPr>
          <p:cNvPr id="884" name="emb-line1">
            <a:extLst xmlns:a="http://schemas.openxmlformats.org/drawingml/2006/main">
              <a:ext uri="{FF2B5EF4-FFF2-40B4-BE49-F238E27FC236}">
                <a16:creationId xmlns:a16="http://schemas.microsoft.com/office/drawing/2014/main" id="{A6586B0C-82B2-4CE8-B57C-37ACCE4E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289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85" name="emb-line2">
            <a:extLst xmlns:a="http://schemas.openxmlformats.org/drawingml/2006/main">
              <a:ext uri="{FF2B5EF4-FFF2-40B4-BE49-F238E27FC236}">
                <a16:creationId xmlns:a16="http://schemas.microsoft.com/office/drawing/2014/main" id="{9D1D6CBF-626D-415D-87D1-83D383E4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289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86" name="emb-math">
            <a:extLst xmlns:a="http://schemas.openxmlformats.org/drawingml/2006/main">
              <a:ext uri="{FF2B5EF4-FFF2-40B4-BE49-F238E27FC236}">
                <a16:creationId xmlns:a16="http://schemas.microsoft.com/office/drawing/2014/main" id="{9A9D8A12-0E79-4252-B283-62E562D9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671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D31"/>
                </a:solidFill>
              </a:defRPr>
            </a:pPr>
            <a:r>
              <a:rPr sz="15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This is the raw input-embedding table used for the arithmetic demo.</a:t>
            </a:r>
          </a:p>
        </p:txBody>
      </p:sp>
    </p:spTree>
    <p:extLst>
      <p:ext uri="{BB962C8B-B14F-4D97-AF65-F5344CB8AC3E}">
        <p14:creationId xmlns:p14="http://schemas.microsoft.com/office/powerpoint/2010/main" val="131655157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Vector Arithmetic as Top-k Lookup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Do the arithmetic, then ask which vocabulary vectors are closest.</a:t>
            </a:r>
          </a:p>
        </p:txBody>
      </p:sp>
      <p:pic>
        <p:nvPicPr>
          <p:cNvPr id="815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873e93984948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arith-eq">
            <a:extLst xmlns:a="http://schemas.openxmlformats.org/drawingml/2006/main">
              <a:ext uri="{FF2B5EF4-FFF2-40B4-BE49-F238E27FC236}">
                <a16:creationId xmlns:a16="http://schemas.microsoft.com/office/drawing/2014/main" id="{0ABA4209-75A3-4E48-8670-3F921FD8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E2D31"/>
                </a:solidFill>
              </a:defRPr>
            </a:pPr>
            <a:r>
              <a:rPr sz="24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query = king + woman - man</a:t>
            </a:r>
          </a:p>
        </p:txBody>
      </p:sp>
      <p:sp>
        <p:nvSpPr>
          <p:cNvPr id="797" name="arith-line">
            <a:extLst xmlns:a="http://schemas.openxmlformats.org/drawingml/2006/main">
              <a:ext uri="{FF2B5EF4-FFF2-40B4-BE49-F238E27FC236}">
                <a16:creationId xmlns:a16="http://schemas.microsoft.com/office/drawing/2014/main" id="{C0C0E522-D83A-4593-8356-29BE0C08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5AEF"/>
            </a:solidFill>
            <a:prstDash val="solid"/>
          </a:ln>
        </p:spPr>
      </p:sp>
      <p:sp>
        <p:nvSpPr>
          <p:cNvPr id="798" name="arith-top">
            <a:extLst xmlns:a="http://schemas.openxmlformats.org/drawingml/2006/main">
              <a:ext uri="{FF2B5EF4-FFF2-40B4-BE49-F238E27FC236}">
                <a16:creationId xmlns:a16="http://schemas.microsoft.com/office/drawing/2014/main" id="{C5097C93-F3CD-4DE9-9FCC-31D558A7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5AEF"/>
                </a:solidFill>
              </a:defRPr>
            </a:pPr>
            <a:r>
              <a:rPr sz="150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top-k nearest words</a:t>
            </a:r>
          </a:p>
        </p:txBody>
      </p:sp>
      <p:sp>
        <p:nvSpPr>
          <p:cNvPr id="799" name="arith-rank-0">
            <a:extLst xmlns:a="http://schemas.openxmlformats.org/drawingml/2006/main">
              <a:ext uri="{FF2B5EF4-FFF2-40B4-BE49-F238E27FC236}">
                <a16:creationId xmlns:a16="http://schemas.microsoft.com/office/drawing/2014/main" id="{0EF25F74-03E5-422D-86C2-4AA8D5B4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685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0" name="arith-rank-label-0">
            <a:extLst xmlns:a="http://schemas.openxmlformats.org/drawingml/2006/main">
              <a:ext uri="{FF2B5EF4-FFF2-40B4-BE49-F238E27FC236}">
                <a16:creationId xmlns:a16="http://schemas.microsoft.com/office/drawing/2014/main" id="{40ED8C75-22B0-4E3F-818D-3223CAA2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623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D31"/>
                </a:solidFill>
              </a:defRPr>
            </a:pPr>
            <a:r>
              <a:rPr sz="9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prince</a:t>
            </a:r>
          </a:p>
        </p:txBody>
      </p:sp>
      <p:sp>
        <p:nvSpPr>
          <p:cNvPr id="801" name="arith-rank-1">
            <a:extLst xmlns:a="http://schemas.openxmlformats.org/drawingml/2006/main">
              <a:ext uri="{FF2B5EF4-FFF2-40B4-BE49-F238E27FC236}">
                <a16:creationId xmlns:a16="http://schemas.microsoft.com/office/drawing/2014/main" id="{37DAF418-2BED-435C-B4E6-65C529B0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76625"/>
            <a:ext cx="685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2" name="arith-rank-label-1">
            <a:extLst xmlns:a="http://schemas.openxmlformats.org/drawingml/2006/main">
              <a:ext uri="{FF2B5EF4-FFF2-40B4-BE49-F238E27FC236}">
                <a16:creationId xmlns:a16="http://schemas.microsoft.com/office/drawing/2014/main" id="{ADE8563F-A1A0-4BA5-9A08-B42B35CD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623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D31"/>
                </a:solidFill>
              </a:defRPr>
            </a:pPr>
            <a:r>
              <a:rPr sz="9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king</a:t>
            </a:r>
          </a:p>
        </p:txBody>
      </p:sp>
      <p:sp>
        <p:nvSpPr>
          <p:cNvPr id="803" name="arith-rank-2">
            <a:extLst xmlns:a="http://schemas.openxmlformats.org/drawingml/2006/main">
              <a:ext uri="{FF2B5EF4-FFF2-40B4-BE49-F238E27FC236}">
                <a16:creationId xmlns:a16="http://schemas.microsoft.com/office/drawing/2014/main" id="{201B7E9A-9D27-43AF-9654-8FB2BE41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76625"/>
            <a:ext cx="685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6E5AEF"/>
            </a:solidFill>
            <a:prstDash val="solid"/>
          </a:ln>
        </p:spPr>
      </p:sp>
      <p:sp>
        <p:nvSpPr>
          <p:cNvPr id="804" name="arith-rank-label-2">
            <a:extLst xmlns:a="http://schemas.openxmlformats.org/drawingml/2006/main">
              <a:ext uri="{FF2B5EF4-FFF2-40B4-BE49-F238E27FC236}">
                <a16:creationId xmlns:a16="http://schemas.microsoft.com/office/drawing/2014/main" id="{C205AE75-9527-481E-99B3-D8E008C1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queen</a:t>
            </a:r>
          </a:p>
        </p:txBody>
      </p:sp>
      <p:sp>
        <p:nvSpPr>
          <p:cNvPr id="805" name="arith-rank-3">
            <a:extLst xmlns:a="http://schemas.openxmlformats.org/drawingml/2006/main">
              <a:ext uri="{FF2B5EF4-FFF2-40B4-BE49-F238E27FC236}">
                <a16:creationId xmlns:a16="http://schemas.microsoft.com/office/drawing/2014/main" id="{26C9F1A1-576E-4F8D-B1B7-F894ACA9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76625"/>
            <a:ext cx="685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6" name="arith-rank-label-3">
            <a:extLst xmlns:a="http://schemas.openxmlformats.org/drawingml/2006/main">
              <a:ext uri="{FF2B5EF4-FFF2-40B4-BE49-F238E27FC236}">
                <a16:creationId xmlns:a16="http://schemas.microsoft.com/office/drawing/2014/main" id="{5CC514A8-7CCB-4043-94D2-20E3B8CA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623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D31"/>
                </a:solidFill>
              </a:defRPr>
            </a:pPr>
            <a:r>
              <a:rPr sz="9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princess</a:t>
            </a:r>
          </a:p>
        </p:txBody>
      </p:sp>
      <p:sp>
        <p:nvSpPr>
          <p:cNvPr id="807" name="arith-rank-4">
            <a:extLst xmlns:a="http://schemas.openxmlformats.org/drawingml/2006/main">
              <a:ext uri="{FF2B5EF4-FFF2-40B4-BE49-F238E27FC236}">
                <a16:creationId xmlns:a16="http://schemas.microsoft.com/office/drawing/2014/main" id="{B923310D-5649-4FE9-B285-F7269567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76625"/>
            <a:ext cx="685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8" name="arith-rank-label-4">
            <a:extLst xmlns:a="http://schemas.openxmlformats.org/drawingml/2006/main">
              <a:ext uri="{FF2B5EF4-FFF2-40B4-BE49-F238E27FC236}">
                <a16:creationId xmlns:a16="http://schemas.microsoft.com/office/drawing/2014/main" id="{0C2C8103-1EB1-48C5-91A7-D5C07651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623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D31"/>
                </a:solidFill>
              </a:defRPr>
            </a:pPr>
            <a:r>
              <a:rPr sz="9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lady</a:t>
            </a:r>
          </a:p>
        </p:txBody>
      </p:sp>
      <p:sp>
        <p:nvSpPr>
          <p:cNvPr id="809" name="arith-rank-5">
            <a:extLst xmlns:a="http://schemas.openxmlformats.org/drawingml/2006/main">
              <a:ext uri="{FF2B5EF4-FFF2-40B4-BE49-F238E27FC236}">
                <a16:creationId xmlns:a16="http://schemas.microsoft.com/office/drawing/2014/main" id="{B41EBCD0-B68F-462F-AAEF-AA702ADE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76625"/>
            <a:ext cx="685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10" name="arith-rank-label-5">
            <a:extLst xmlns:a="http://schemas.openxmlformats.org/drawingml/2006/main">
              <a:ext uri="{FF2B5EF4-FFF2-40B4-BE49-F238E27FC236}">
                <a16:creationId xmlns:a16="http://schemas.microsoft.com/office/drawing/2014/main" id="{7BDE83F4-8B28-4AB2-A7FB-14F725E1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623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D31"/>
                </a:solidFill>
              </a:defRPr>
            </a:pPr>
            <a:r>
              <a:rPr sz="9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woman</a:t>
            </a:r>
          </a:p>
        </p:txBody>
      </p:sp>
      <p:sp>
        <p:nvSpPr>
          <p:cNvPr id="811" name="arith-note">
            <a:extLst xmlns:a="http://schemas.openxmlformats.org/drawingml/2006/main">
              <a:ext uri="{FF2B5EF4-FFF2-40B4-BE49-F238E27FC236}">
                <a16:creationId xmlns:a16="http://schemas.microsoft.com/office/drawing/2014/main" id="{40857F0C-603B-409E-8EB4-FAD787D3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2D31"/>
                </a:solidFill>
              </a:defRPr>
            </a:pPr>
            <a:r>
              <a:rPr sz="135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In this run, queen is rank 6 for king + woman - man.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ModernBERT Analogy Returns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Best method only: raw, unit, and centered-unit were tried internally.</a:t>
            </a:r>
          </a:p>
        </p:txBody>
      </p:sp>
      <p:pic>
        <p:nvPicPr>
          <p:cNvPr id="880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675aeb8ade4bd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bert-summary">
            <a:extLst xmlns:a="http://schemas.openxmlformats.org/drawingml/2006/main">
              <a:ext uri="{FF2B5EF4-FFF2-40B4-BE49-F238E27FC236}">
                <a16:creationId xmlns:a16="http://schemas.microsoft.com/office/drawing/2014/main" id="{95C4BB5F-D602-47F8-A898-90BDC48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95375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D31"/>
                </a:solidFill>
              </a:defRPr>
            </a:pPr>
            <a:r>
              <a:rPr sz="157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39 analogies   median rank 1   hit@10 87%   hit@25 95%</a:t>
            </a:r>
          </a:p>
        </p:txBody>
      </p:sp>
      <p:sp>
        <p:nvSpPr>
          <p:cNvPr id="797" name="bert-table-cell-0-0">
            <a:extLst xmlns:a="http://schemas.openxmlformats.org/drawingml/2006/main">
              <a:ext uri="{FF2B5EF4-FFF2-40B4-BE49-F238E27FC236}">
                <a16:creationId xmlns:a16="http://schemas.microsoft.com/office/drawing/2014/main" id="{6E570E93-1DD9-4151-B201-A111622E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798" name="bert-table-text-0-0">
            <a:extLst xmlns:a="http://schemas.openxmlformats.org/drawingml/2006/main">
              <a:ext uri="{FF2B5EF4-FFF2-40B4-BE49-F238E27FC236}">
                <a16:creationId xmlns:a16="http://schemas.microsoft.com/office/drawing/2014/main" id="{5637DD49-9DF8-491B-83AC-56D9E0E6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expression</a:t>
            </a:r>
          </a:p>
        </p:txBody>
      </p:sp>
      <p:sp>
        <p:nvSpPr>
          <p:cNvPr id="799" name="bert-table-cell-0-1">
            <a:extLst xmlns:a="http://schemas.openxmlformats.org/drawingml/2006/main">
              <a:ext uri="{FF2B5EF4-FFF2-40B4-BE49-F238E27FC236}">
                <a16:creationId xmlns:a16="http://schemas.microsoft.com/office/drawing/2014/main" id="{D620856A-1801-4E80-87F5-6F4FEACE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0" name="bert-table-text-0-1">
            <a:extLst xmlns:a="http://schemas.openxmlformats.org/drawingml/2006/main">
              <a:ext uri="{FF2B5EF4-FFF2-40B4-BE49-F238E27FC236}">
                <a16:creationId xmlns:a16="http://schemas.microsoft.com/office/drawing/2014/main" id="{A5BE9418-882E-4529-A243-5416BA16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85925"/>
            <a:ext cx="1266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expected</a:t>
            </a:r>
          </a:p>
        </p:txBody>
      </p:sp>
      <p:sp>
        <p:nvSpPr>
          <p:cNvPr id="801" name="bert-table-cell-0-2">
            <a:extLst xmlns:a="http://schemas.openxmlformats.org/drawingml/2006/main">
              <a:ext uri="{FF2B5EF4-FFF2-40B4-BE49-F238E27FC236}">
                <a16:creationId xmlns:a16="http://schemas.microsoft.com/office/drawing/2014/main" id="{E882AAF6-231C-403D-A4F2-BBAAAD57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19250"/>
            <a:ext cx="714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2" name="bert-table-text-0-2">
            <a:extLst xmlns:a="http://schemas.openxmlformats.org/drawingml/2006/main">
              <a:ext uri="{FF2B5EF4-FFF2-40B4-BE49-F238E27FC236}">
                <a16:creationId xmlns:a16="http://schemas.microsoft.com/office/drawing/2014/main" id="{7CDCA231-DF60-4F45-8DA5-995768B7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85925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rank</a:t>
            </a:r>
          </a:p>
        </p:txBody>
      </p:sp>
      <p:sp>
        <p:nvSpPr>
          <p:cNvPr id="803" name="bert-table-cell-0-3">
            <a:extLst xmlns:a="http://schemas.openxmlformats.org/drawingml/2006/main">
              <a:ext uri="{FF2B5EF4-FFF2-40B4-BE49-F238E27FC236}">
                <a16:creationId xmlns:a16="http://schemas.microsoft.com/office/drawing/2014/main" id="{0BBBAA40-44EE-4E15-9BE9-384BD2A8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4" name="bert-table-text-0-3">
            <a:extLst xmlns:a="http://schemas.openxmlformats.org/drawingml/2006/main">
              <a:ext uri="{FF2B5EF4-FFF2-40B4-BE49-F238E27FC236}">
                <a16:creationId xmlns:a16="http://schemas.microsoft.com/office/drawing/2014/main" id="{24DCD065-0A72-4797-BB6B-FF1AA92A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85925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top result</a:t>
            </a:r>
          </a:p>
        </p:txBody>
      </p:sp>
      <p:sp>
        <p:nvSpPr>
          <p:cNvPr id="805" name="bert-table-cell-1-0">
            <a:extLst xmlns:a="http://schemas.openxmlformats.org/drawingml/2006/main">
              <a:ext uri="{FF2B5EF4-FFF2-40B4-BE49-F238E27FC236}">
                <a16:creationId xmlns:a16="http://schemas.microsoft.com/office/drawing/2014/main" id="{48A43635-85A7-4C96-80E3-EA66D57E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6" name="bert-table-text-1-0">
            <a:extLst xmlns:a="http://schemas.openxmlformats.org/drawingml/2006/main">
              <a:ext uri="{FF2B5EF4-FFF2-40B4-BE49-F238E27FC236}">
                <a16:creationId xmlns:a16="http://schemas.microsoft.com/office/drawing/2014/main" id="{FDF426D8-02B3-4997-83AB-CE6A6FB6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berlin + france - germany</a:t>
            </a:r>
          </a:p>
        </p:txBody>
      </p:sp>
      <p:sp>
        <p:nvSpPr>
          <p:cNvPr id="807" name="bert-table-cell-1-1">
            <a:extLst xmlns:a="http://schemas.openxmlformats.org/drawingml/2006/main">
              <a:ext uri="{FF2B5EF4-FFF2-40B4-BE49-F238E27FC236}">
                <a16:creationId xmlns:a16="http://schemas.microsoft.com/office/drawing/2014/main" id="{CB6A20D3-6305-4A3D-9463-DE9C252F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95475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08" name="bert-table-text-1-1">
            <a:extLst xmlns:a="http://schemas.openxmlformats.org/drawingml/2006/main">
              <a:ext uri="{FF2B5EF4-FFF2-40B4-BE49-F238E27FC236}">
                <a16:creationId xmlns:a16="http://schemas.microsoft.com/office/drawing/2014/main" id="{5B881F39-6D5D-4278-BFDB-BDAA4058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62150"/>
            <a:ext cx="1266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paris</a:t>
            </a:r>
          </a:p>
        </p:txBody>
      </p:sp>
      <p:sp>
        <p:nvSpPr>
          <p:cNvPr id="809" name="bert-table-cell-1-2">
            <a:extLst xmlns:a="http://schemas.openxmlformats.org/drawingml/2006/main">
              <a:ext uri="{FF2B5EF4-FFF2-40B4-BE49-F238E27FC236}">
                <a16:creationId xmlns:a16="http://schemas.microsoft.com/office/drawing/2014/main" id="{4703D69E-40A3-44FC-81DD-04448279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895475"/>
            <a:ext cx="714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10" name="bert-table-text-1-2">
            <a:extLst xmlns:a="http://schemas.openxmlformats.org/drawingml/2006/main">
              <a:ext uri="{FF2B5EF4-FFF2-40B4-BE49-F238E27FC236}">
                <a16:creationId xmlns:a16="http://schemas.microsoft.com/office/drawing/2014/main" id="{080DD95D-9420-4386-BBE2-C6A18394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6215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7E"/>
                </a:solidFill>
              </a:defRPr>
            </a:pPr>
            <a:r>
              <a:rPr sz="9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11" name="bert-table-cell-1-3">
            <a:extLst xmlns:a="http://schemas.openxmlformats.org/drawingml/2006/main">
              <a:ext uri="{FF2B5EF4-FFF2-40B4-BE49-F238E27FC236}">
                <a16:creationId xmlns:a16="http://schemas.microsoft.com/office/drawing/2014/main" id="{A0E0E892-FEE7-4DF9-A94C-53D808E4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95475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12" name="bert-table-text-1-3">
            <a:extLst xmlns:a="http://schemas.openxmlformats.org/drawingml/2006/main">
              <a:ext uri="{FF2B5EF4-FFF2-40B4-BE49-F238E27FC236}">
                <a16:creationId xmlns:a16="http://schemas.microsoft.com/office/drawing/2014/main" id="{684CE437-3BBD-4343-9CE9-69C17F8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paris</a:t>
            </a:r>
          </a:p>
        </p:txBody>
      </p:sp>
      <p:sp>
        <p:nvSpPr>
          <p:cNvPr id="813" name="bert-table-cell-2-0">
            <a:extLst xmlns:a="http://schemas.openxmlformats.org/drawingml/2006/main">
              <a:ext uri="{FF2B5EF4-FFF2-40B4-BE49-F238E27FC236}">
                <a16:creationId xmlns:a16="http://schemas.microsoft.com/office/drawing/2014/main" id="{1C216D22-1C9E-437A-A50B-C7D83998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14" name="bert-table-text-2-0">
            <a:extLst xmlns:a="http://schemas.openxmlformats.org/drawingml/2006/main">
              <a:ext uri="{FF2B5EF4-FFF2-40B4-BE49-F238E27FC236}">
                <a16:creationId xmlns:a16="http://schemas.microsoft.com/office/drawing/2014/main" id="{1B9C972B-1C73-4847-9D15-B313D82D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paris + germany - france</a:t>
            </a:r>
          </a:p>
        </p:txBody>
      </p:sp>
      <p:sp>
        <p:nvSpPr>
          <p:cNvPr id="815" name="bert-table-cell-2-1">
            <a:extLst xmlns:a="http://schemas.openxmlformats.org/drawingml/2006/main">
              <a:ext uri="{FF2B5EF4-FFF2-40B4-BE49-F238E27FC236}">
                <a16:creationId xmlns:a16="http://schemas.microsoft.com/office/drawing/2014/main" id="{B431F006-DB6A-4424-BCF2-14842BA4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16" name="bert-table-text-2-1">
            <a:extLst xmlns:a="http://schemas.openxmlformats.org/drawingml/2006/main">
              <a:ext uri="{FF2B5EF4-FFF2-40B4-BE49-F238E27FC236}">
                <a16:creationId xmlns:a16="http://schemas.microsoft.com/office/drawing/2014/main" id="{DC04A2C1-DDB4-4A7C-BF5F-4369A4B3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1266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berlin</a:t>
            </a:r>
          </a:p>
        </p:txBody>
      </p:sp>
      <p:sp>
        <p:nvSpPr>
          <p:cNvPr id="817" name="bert-table-cell-2-2">
            <a:extLst xmlns:a="http://schemas.openxmlformats.org/drawingml/2006/main">
              <a:ext uri="{FF2B5EF4-FFF2-40B4-BE49-F238E27FC236}">
                <a16:creationId xmlns:a16="http://schemas.microsoft.com/office/drawing/2014/main" id="{CB0FF01C-A7C1-4392-9785-5C061CCC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71700"/>
            <a:ext cx="714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18" name="bert-table-text-2-2">
            <a:extLst xmlns:a="http://schemas.openxmlformats.org/drawingml/2006/main">
              <a:ext uri="{FF2B5EF4-FFF2-40B4-BE49-F238E27FC236}">
                <a16:creationId xmlns:a16="http://schemas.microsoft.com/office/drawing/2014/main" id="{DBD80D3D-69F1-4FA3-A91B-678D3E9D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238375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7E"/>
                </a:solidFill>
              </a:defRPr>
            </a:pPr>
            <a:r>
              <a:rPr sz="9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19" name="bert-table-cell-2-3">
            <a:extLst xmlns:a="http://schemas.openxmlformats.org/drawingml/2006/main">
              <a:ext uri="{FF2B5EF4-FFF2-40B4-BE49-F238E27FC236}">
                <a16:creationId xmlns:a16="http://schemas.microsoft.com/office/drawing/2014/main" id="{3FF10A52-7F97-457D-99A9-8DA4632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20" name="bert-table-text-2-3">
            <a:extLst xmlns:a="http://schemas.openxmlformats.org/drawingml/2006/main">
              <a:ext uri="{FF2B5EF4-FFF2-40B4-BE49-F238E27FC236}">
                <a16:creationId xmlns:a16="http://schemas.microsoft.com/office/drawing/2014/main" id="{6C3E92F9-4834-40E0-BD97-81F94F81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38375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berlin</a:t>
            </a:r>
          </a:p>
        </p:txBody>
      </p:sp>
      <p:sp>
        <p:nvSpPr>
          <p:cNvPr id="821" name="bert-table-cell-3-0">
            <a:extLst xmlns:a="http://schemas.openxmlformats.org/drawingml/2006/main">
              <a:ext uri="{FF2B5EF4-FFF2-40B4-BE49-F238E27FC236}">
                <a16:creationId xmlns:a16="http://schemas.microsoft.com/office/drawing/2014/main" id="{F44F918C-CB9E-4EAC-9D1D-C8F6C58A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22" name="bert-table-text-3-0">
            <a:extLst xmlns:a="http://schemas.openxmlformats.org/drawingml/2006/main">
              <a:ext uri="{FF2B5EF4-FFF2-40B4-BE49-F238E27FC236}">
                <a16:creationId xmlns:a16="http://schemas.microsoft.com/office/drawing/2014/main" id="{755159FC-2433-48A3-BBB3-556F8F0A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bigger + small - big</a:t>
            </a:r>
          </a:p>
        </p:txBody>
      </p:sp>
      <p:sp>
        <p:nvSpPr>
          <p:cNvPr id="823" name="bert-table-cell-3-1">
            <a:extLst xmlns:a="http://schemas.openxmlformats.org/drawingml/2006/main">
              <a:ext uri="{FF2B5EF4-FFF2-40B4-BE49-F238E27FC236}">
                <a16:creationId xmlns:a16="http://schemas.microsoft.com/office/drawing/2014/main" id="{F345A8BC-BFFE-4CCC-B80A-5580B0FE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47925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24" name="bert-table-text-3-1">
            <a:extLst xmlns:a="http://schemas.openxmlformats.org/drawingml/2006/main">
              <a:ext uri="{FF2B5EF4-FFF2-40B4-BE49-F238E27FC236}">
                <a16:creationId xmlns:a16="http://schemas.microsoft.com/office/drawing/2014/main" id="{155BD2DD-36CD-4BB3-A717-15DB8FF2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14600"/>
            <a:ext cx="1266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smaller</a:t>
            </a:r>
          </a:p>
        </p:txBody>
      </p:sp>
      <p:sp>
        <p:nvSpPr>
          <p:cNvPr id="825" name="bert-table-cell-3-2">
            <a:extLst xmlns:a="http://schemas.openxmlformats.org/drawingml/2006/main">
              <a:ext uri="{FF2B5EF4-FFF2-40B4-BE49-F238E27FC236}">
                <a16:creationId xmlns:a16="http://schemas.microsoft.com/office/drawing/2014/main" id="{E7DB6548-1496-4345-998A-AAF80022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47925"/>
            <a:ext cx="714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26" name="bert-table-text-3-2">
            <a:extLst xmlns:a="http://schemas.openxmlformats.org/drawingml/2006/main">
              <a:ext uri="{FF2B5EF4-FFF2-40B4-BE49-F238E27FC236}">
                <a16:creationId xmlns:a16="http://schemas.microsoft.com/office/drawing/2014/main" id="{9C158712-A3E0-4D5D-844C-E26CAAA8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14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7E"/>
                </a:solidFill>
              </a:defRPr>
            </a:pPr>
            <a:r>
              <a:rPr sz="9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27" name="bert-table-cell-3-3">
            <a:extLst xmlns:a="http://schemas.openxmlformats.org/drawingml/2006/main">
              <a:ext uri="{FF2B5EF4-FFF2-40B4-BE49-F238E27FC236}">
                <a16:creationId xmlns:a16="http://schemas.microsoft.com/office/drawing/2014/main" id="{3E976DB1-3032-4DB8-AA41-81AEDA5C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28" name="bert-table-text-3-3">
            <a:extLst xmlns:a="http://schemas.openxmlformats.org/drawingml/2006/main">
              <a:ext uri="{FF2B5EF4-FFF2-40B4-BE49-F238E27FC236}">
                <a16:creationId xmlns:a16="http://schemas.microsoft.com/office/drawing/2014/main" id="{E351E9D4-7501-47FA-AE39-7BB80B4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smaller</a:t>
            </a:r>
          </a:p>
        </p:txBody>
      </p:sp>
      <p:sp>
        <p:nvSpPr>
          <p:cNvPr id="829" name="bert-table-cell-4-0">
            <a:extLst xmlns:a="http://schemas.openxmlformats.org/drawingml/2006/main">
              <a:ext uri="{FF2B5EF4-FFF2-40B4-BE49-F238E27FC236}">
                <a16:creationId xmlns:a16="http://schemas.microsoft.com/office/drawing/2014/main" id="{CC4B1EC0-ADE1-43B4-A972-FB58D8DE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30" name="bert-table-text-4-0">
            <a:extLst xmlns:a="http://schemas.openxmlformats.org/drawingml/2006/main">
              <a:ext uri="{FF2B5EF4-FFF2-40B4-BE49-F238E27FC236}">
                <a16:creationId xmlns:a16="http://schemas.microsoft.com/office/drawing/2014/main" id="{D3D10815-0B1F-4EA5-BDBA-D27B0A6E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faster + slow - fast</a:t>
            </a:r>
          </a:p>
        </p:txBody>
      </p:sp>
      <p:sp>
        <p:nvSpPr>
          <p:cNvPr id="831" name="bert-table-cell-4-1">
            <a:extLst xmlns:a="http://schemas.openxmlformats.org/drawingml/2006/main">
              <a:ext uri="{FF2B5EF4-FFF2-40B4-BE49-F238E27FC236}">
                <a16:creationId xmlns:a16="http://schemas.microsoft.com/office/drawing/2014/main" id="{ADA5FFDE-6E49-42F7-9FEF-18E0F1BC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32" name="bert-table-text-4-1">
            <a:extLst xmlns:a="http://schemas.openxmlformats.org/drawingml/2006/main">
              <a:ext uri="{FF2B5EF4-FFF2-40B4-BE49-F238E27FC236}">
                <a16:creationId xmlns:a16="http://schemas.microsoft.com/office/drawing/2014/main" id="{5E61930C-3534-474E-9064-15F2BB97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90825"/>
            <a:ext cx="1266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slower</a:t>
            </a:r>
          </a:p>
        </p:txBody>
      </p:sp>
      <p:sp>
        <p:nvSpPr>
          <p:cNvPr id="833" name="bert-table-cell-4-2">
            <a:extLst xmlns:a="http://schemas.openxmlformats.org/drawingml/2006/main">
              <a:ext uri="{FF2B5EF4-FFF2-40B4-BE49-F238E27FC236}">
                <a16:creationId xmlns:a16="http://schemas.microsoft.com/office/drawing/2014/main" id="{7879E2EB-C2E7-458B-9516-922595A8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724150"/>
            <a:ext cx="714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34" name="bert-table-text-4-2">
            <a:extLst xmlns:a="http://schemas.openxmlformats.org/drawingml/2006/main">
              <a:ext uri="{FF2B5EF4-FFF2-40B4-BE49-F238E27FC236}">
                <a16:creationId xmlns:a16="http://schemas.microsoft.com/office/drawing/2014/main" id="{7D6944E1-A08A-481A-BE84-8C0BFADA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790825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7E"/>
                </a:solidFill>
              </a:defRPr>
            </a:pPr>
            <a:r>
              <a:rPr sz="9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35" name="bert-table-cell-4-3">
            <a:extLst xmlns:a="http://schemas.openxmlformats.org/drawingml/2006/main">
              <a:ext uri="{FF2B5EF4-FFF2-40B4-BE49-F238E27FC236}">
                <a16:creationId xmlns:a16="http://schemas.microsoft.com/office/drawing/2014/main" id="{27013050-76E7-4B0B-9977-BBE23BFA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36" name="bert-table-text-4-3">
            <a:extLst xmlns:a="http://schemas.openxmlformats.org/drawingml/2006/main">
              <a:ext uri="{FF2B5EF4-FFF2-40B4-BE49-F238E27FC236}">
                <a16:creationId xmlns:a16="http://schemas.microsoft.com/office/drawing/2014/main" id="{1F2C2837-4E75-4C8D-BA01-EB075E6F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90825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slower</a:t>
            </a:r>
          </a:p>
        </p:txBody>
      </p:sp>
      <p:sp>
        <p:nvSpPr>
          <p:cNvPr id="837" name="bert-table-cell-5-0">
            <a:extLst xmlns:a="http://schemas.openxmlformats.org/drawingml/2006/main">
              <a:ext uri="{FF2B5EF4-FFF2-40B4-BE49-F238E27FC236}">
                <a16:creationId xmlns:a16="http://schemas.microsoft.com/office/drawing/2014/main" id="{8A63E257-385F-4EFF-81A6-8997504C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38" name="bert-table-text-5-0">
            <a:extLst xmlns:a="http://schemas.openxmlformats.org/drawingml/2006/main">
              <a:ext uri="{FF2B5EF4-FFF2-40B4-BE49-F238E27FC236}">
                <a16:creationId xmlns:a16="http://schemas.microsoft.com/office/drawing/2014/main" id="{A016C558-A60B-4A09-826C-C1725A5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slower + fast - slow</a:t>
            </a:r>
          </a:p>
        </p:txBody>
      </p:sp>
      <p:sp>
        <p:nvSpPr>
          <p:cNvPr id="839" name="bert-table-cell-5-1">
            <a:extLst xmlns:a="http://schemas.openxmlformats.org/drawingml/2006/main">
              <a:ext uri="{FF2B5EF4-FFF2-40B4-BE49-F238E27FC236}">
                <a16:creationId xmlns:a16="http://schemas.microsoft.com/office/drawing/2014/main" id="{B537EFF7-830A-4999-AFDB-15BB666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40" name="bert-table-text-5-1">
            <a:extLst xmlns:a="http://schemas.openxmlformats.org/drawingml/2006/main">
              <a:ext uri="{FF2B5EF4-FFF2-40B4-BE49-F238E27FC236}">
                <a16:creationId xmlns:a16="http://schemas.microsoft.com/office/drawing/2014/main" id="{3E2F67DC-AEBE-42BE-AB7D-48994FDD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1266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faster</a:t>
            </a:r>
          </a:p>
        </p:txBody>
      </p:sp>
      <p:sp>
        <p:nvSpPr>
          <p:cNvPr id="841" name="bert-table-cell-5-2">
            <a:extLst xmlns:a="http://schemas.openxmlformats.org/drawingml/2006/main">
              <a:ext uri="{FF2B5EF4-FFF2-40B4-BE49-F238E27FC236}">
                <a16:creationId xmlns:a16="http://schemas.microsoft.com/office/drawing/2014/main" id="{467E7248-073C-4FE9-BCA6-0DDD9EEF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00375"/>
            <a:ext cx="714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42" name="bert-table-text-5-2">
            <a:extLst xmlns:a="http://schemas.openxmlformats.org/drawingml/2006/main">
              <a:ext uri="{FF2B5EF4-FFF2-40B4-BE49-F238E27FC236}">
                <a16:creationId xmlns:a16="http://schemas.microsoft.com/office/drawing/2014/main" id="{D813F595-E5AB-4BFB-8FE9-42628E36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6705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7E"/>
                </a:solidFill>
              </a:defRPr>
            </a:pPr>
            <a:r>
              <a:rPr sz="9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43" name="bert-table-cell-5-3">
            <a:extLst xmlns:a="http://schemas.openxmlformats.org/drawingml/2006/main">
              <a:ext uri="{FF2B5EF4-FFF2-40B4-BE49-F238E27FC236}">
                <a16:creationId xmlns:a16="http://schemas.microsoft.com/office/drawing/2014/main" id="{E15243FB-B222-4779-9C9E-C8D139D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44" name="bert-table-text-5-3">
            <a:extLst xmlns:a="http://schemas.openxmlformats.org/drawingml/2006/main">
              <a:ext uri="{FF2B5EF4-FFF2-40B4-BE49-F238E27FC236}">
                <a16:creationId xmlns:a16="http://schemas.microsoft.com/office/drawing/2014/main" id="{89DFA266-801C-4A27-9E23-3559A60E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faster</a:t>
            </a:r>
          </a:p>
        </p:txBody>
      </p:sp>
      <p:sp>
        <p:nvSpPr>
          <p:cNvPr id="845" name="bert-table-cell-6-0">
            <a:extLst xmlns:a="http://schemas.openxmlformats.org/drawingml/2006/main">
              <a:ext uri="{FF2B5EF4-FFF2-40B4-BE49-F238E27FC236}">
                <a16:creationId xmlns:a16="http://schemas.microsoft.com/office/drawing/2014/main" id="{D443E8A6-2B47-4BE7-AFD7-20031BF2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46" name="bert-table-text-6-0">
            <a:extLst xmlns:a="http://schemas.openxmlformats.org/drawingml/2006/main">
              <a:ext uri="{FF2B5EF4-FFF2-40B4-BE49-F238E27FC236}">
                <a16:creationId xmlns:a16="http://schemas.microsoft.com/office/drawing/2014/main" id="{C2ECA460-6305-43C5-95DD-F994EAEA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smaller + big - small</a:t>
            </a:r>
          </a:p>
        </p:txBody>
      </p:sp>
      <p:sp>
        <p:nvSpPr>
          <p:cNvPr id="847" name="bert-table-cell-6-1">
            <a:extLst xmlns:a="http://schemas.openxmlformats.org/drawingml/2006/main">
              <a:ext uri="{FF2B5EF4-FFF2-40B4-BE49-F238E27FC236}">
                <a16:creationId xmlns:a16="http://schemas.microsoft.com/office/drawing/2014/main" id="{7C78EDB4-4320-4E45-B48C-BC555BE9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48" name="bert-table-text-6-1">
            <a:extLst xmlns:a="http://schemas.openxmlformats.org/drawingml/2006/main">
              <a:ext uri="{FF2B5EF4-FFF2-40B4-BE49-F238E27FC236}">
                <a16:creationId xmlns:a16="http://schemas.microsoft.com/office/drawing/2014/main" id="{C13E8626-18A9-46B7-ADE3-7C2DF886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43275"/>
            <a:ext cx="1266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bigger</a:t>
            </a:r>
          </a:p>
        </p:txBody>
      </p:sp>
      <p:sp>
        <p:nvSpPr>
          <p:cNvPr id="849" name="bert-table-cell-6-2">
            <a:extLst xmlns:a="http://schemas.openxmlformats.org/drawingml/2006/main">
              <a:ext uri="{FF2B5EF4-FFF2-40B4-BE49-F238E27FC236}">
                <a16:creationId xmlns:a16="http://schemas.microsoft.com/office/drawing/2014/main" id="{7114CFA3-3808-4013-A10C-A497B457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76600"/>
            <a:ext cx="714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50" name="bert-table-text-6-2">
            <a:extLst xmlns:a="http://schemas.openxmlformats.org/drawingml/2006/main">
              <a:ext uri="{FF2B5EF4-FFF2-40B4-BE49-F238E27FC236}">
                <a16:creationId xmlns:a16="http://schemas.microsoft.com/office/drawing/2014/main" id="{4D21F22B-F57F-4FFF-B8DE-36740BB1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43275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7E"/>
                </a:solidFill>
              </a:defRPr>
            </a:pPr>
            <a:r>
              <a:rPr sz="9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51" name="bert-table-cell-6-3">
            <a:extLst xmlns:a="http://schemas.openxmlformats.org/drawingml/2006/main">
              <a:ext uri="{FF2B5EF4-FFF2-40B4-BE49-F238E27FC236}">
                <a16:creationId xmlns:a16="http://schemas.microsoft.com/office/drawing/2014/main" id="{86677FEE-E8B3-47DB-BA60-E22030F9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52" name="bert-table-text-6-3">
            <a:extLst xmlns:a="http://schemas.openxmlformats.org/drawingml/2006/main">
              <a:ext uri="{FF2B5EF4-FFF2-40B4-BE49-F238E27FC236}">
                <a16:creationId xmlns:a16="http://schemas.microsoft.com/office/drawing/2014/main" id="{57399C1E-5730-4D3D-9A43-85FB61F8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43275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bigger</a:t>
            </a:r>
          </a:p>
        </p:txBody>
      </p:sp>
      <p:sp>
        <p:nvSpPr>
          <p:cNvPr id="853" name="bert-table-cell-7-0">
            <a:extLst xmlns:a="http://schemas.openxmlformats.org/drawingml/2006/main">
              <a:ext uri="{FF2B5EF4-FFF2-40B4-BE49-F238E27FC236}">
                <a16:creationId xmlns:a16="http://schemas.microsoft.com/office/drawing/2014/main" id="{BEE26BCB-A9B1-414F-B5BD-C02758B2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54" name="bert-table-text-7-0">
            <a:extLst xmlns:a="http://schemas.openxmlformats.org/drawingml/2006/main">
              <a:ext uri="{FF2B5EF4-FFF2-40B4-BE49-F238E27FC236}">
                <a16:creationId xmlns:a16="http://schemas.microsoft.com/office/drawing/2014/main" id="{3E22320B-FE26-48A4-90C6-DD30AE01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taller + short - tall</a:t>
            </a:r>
          </a:p>
        </p:txBody>
      </p:sp>
      <p:sp>
        <p:nvSpPr>
          <p:cNvPr id="855" name="bert-table-cell-7-1">
            <a:extLst xmlns:a="http://schemas.openxmlformats.org/drawingml/2006/main">
              <a:ext uri="{FF2B5EF4-FFF2-40B4-BE49-F238E27FC236}">
                <a16:creationId xmlns:a16="http://schemas.microsoft.com/office/drawing/2014/main" id="{ACFA3098-C6A9-4202-A2D8-9C715CC2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52825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56" name="bert-table-text-7-1">
            <a:extLst xmlns:a="http://schemas.openxmlformats.org/drawingml/2006/main">
              <a:ext uri="{FF2B5EF4-FFF2-40B4-BE49-F238E27FC236}">
                <a16:creationId xmlns:a16="http://schemas.microsoft.com/office/drawing/2014/main" id="{45390ECD-BE4D-449C-9C1A-E4078587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19500"/>
            <a:ext cx="1266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shorter</a:t>
            </a:r>
          </a:p>
        </p:txBody>
      </p:sp>
      <p:sp>
        <p:nvSpPr>
          <p:cNvPr id="857" name="bert-table-cell-7-2">
            <a:extLst xmlns:a="http://schemas.openxmlformats.org/drawingml/2006/main">
              <a:ext uri="{FF2B5EF4-FFF2-40B4-BE49-F238E27FC236}">
                <a16:creationId xmlns:a16="http://schemas.microsoft.com/office/drawing/2014/main" id="{71E26851-D98A-4207-8DB9-54C4265A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52825"/>
            <a:ext cx="714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58" name="bert-table-text-7-2">
            <a:extLst xmlns:a="http://schemas.openxmlformats.org/drawingml/2006/main">
              <a:ext uri="{FF2B5EF4-FFF2-40B4-BE49-F238E27FC236}">
                <a16:creationId xmlns:a16="http://schemas.microsoft.com/office/drawing/2014/main" id="{E628C8C1-831D-4E10-B02E-F230957B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6195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7E"/>
                </a:solidFill>
              </a:defRPr>
            </a:pPr>
            <a:r>
              <a:rPr sz="9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59" name="bert-table-cell-7-3">
            <a:extLst xmlns:a="http://schemas.openxmlformats.org/drawingml/2006/main">
              <a:ext uri="{FF2B5EF4-FFF2-40B4-BE49-F238E27FC236}">
                <a16:creationId xmlns:a16="http://schemas.microsoft.com/office/drawing/2014/main" id="{AEE7F6C0-108B-439A-9E85-DC30ECC0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52825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60" name="bert-table-text-7-3">
            <a:extLst xmlns:a="http://schemas.openxmlformats.org/drawingml/2006/main">
              <a:ext uri="{FF2B5EF4-FFF2-40B4-BE49-F238E27FC236}">
                <a16:creationId xmlns:a16="http://schemas.microsoft.com/office/drawing/2014/main" id="{6B0C0CC9-D757-40E1-8A3A-A971CCF5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shorter</a:t>
            </a:r>
          </a:p>
        </p:txBody>
      </p:sp>
      <p:sp>
        <p:nvSpPr>
          <p:cNvPr id="861" name="bert-table-cell-8-0">
            <a:extLst xmlns:a="http://schemas.openxmlformats.org/drawingml/2006/main">
              <a:ext uri="{FF2B5EF4-FFF2-40B4-BE49-F238E27FC236}">
                <a16:creationId xmlns:a16="http://schemas.microsoft.com/office/drawing/2014/main" id="{0A20CB74-D455-4921-A0D9-E7451FA1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62" name="bert-table-text-8-0">
            <a:extLst xmlns:a="http://schemas.openxmlformats.org/drawingml/2006/main">
              <a:ext uri="{FF2B5EF4-FFF2-40B4-BE49-F238E27FC236}">
                <a16:creationId xmlns:a16="http://schemas.microsoft.com/office/drawing/2014/main" id="{EBE0979F-3A23-4949-8439-BAB32185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5725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boy + woman - man</a:t>
            </a:r>
          </a:p>
        </p:txBody>
      </p:sp>
      <p:sp>
        <p:nvSpPr>
          <p:cNvPr id="863" name="bert-table-cell-8-1">
            <a:extLst xmlns:a="http://schemas.openxmlformats.org/drawingml/2006/main">
              <a:ext uri="{FF2B5EF4-FFF2-40B4-BE49-F238E27FC236}">
                <a16:creationId xmlns:a16="http://schemas.microsoft.com/office/drawing/2014/main" id="{51F08258-77FE-41D8-A3D2-BF0E5760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64" name="bert-table-text-8-1">
            <a:extLst xmlns:a="http://schemas.openxmlformats.org/drawingml/2006/main">
              <a:ext uri="{FF2B5EF4-FFF2-40B4-BE49-F238E27FC236}">
                <a16:creationId xmlns:a16="http://schemas.microsoft.com/office/drawing/2014/main" id="{23352BAD-18CB-4640-B53E-A8669124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95725"/>
            <a:ext cx="1266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girl</a:t>
            </a:r>
          </a:p>
        </p:txBody>
      </p:sp>
      <p:sp>
        <p:nvSpPr>
          <p:cNvPr id="865" name="bert-table-cell-8-2">
            <a:extLst xmlns:a="http://schemas.openxmlformats.org/drawingml/2006/main">
              <a:ext uri="{FF2B5EF4-FFF2-40B4-BE49-F238E27FC236}">
                <a16:creationId xmlns:a16="http://schemas.microsoft.com/office/drawing/2014/main" id="{D6A10B43-75DD-4E08-B1CB-6A0EA8FF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29050"/>
            <a:ext cx="714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66" name="bert-table-text-8-2">
            <a:extLst xmlns:a="http://schemas.openxmlformats.org/drawingml/2006/main">
              <a:ext uri="{FF2B5EF4-FFF2-40B4-BE49-F238E27FC236}">
                <a16:creationId xmlns:a16="http://schemas.microsoft.com/office/drawing/2014/main" id="{5A908F2F-7B10-4BE7-A54A-8B7E8F7B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95725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7E"/>
                </a:solidFill>
              </a:defRPr>
            </a:pPr>
            <a:r>
              <a:rPr sz="9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67" name="bert-table-cell-8-3">
            <a:extLst xmlns:a="http://schemas.openxmlformats.org/drawingml/2006/main">
              <a:ext uri="{FF2B5EF4-FFF2-40B4-BE49-F238E27FC236}">
                <a16:creationId xmlns:a16="http://schemas.microsoft.com/office/drawing/2014/main" id="{64D34FF2-8BEF-4681-9DA9-6DFABAF4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68" name="bert-table-text-8-3">
            <a:extLst xmlns:a="http://schemas.openxmlformats.org/drawingml/2006/main">
              <a:ext uri="{FF2B5EF4-FFF2-40B4-BE49-F238E27FC236}">
                <a16:creationId xmlns:a16="http://schemas.microsoft.com/office/drawing/2014/main" id="{23E9D508-D628-4A73-B75F-F72E9A6A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95725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girl</a:t>
            </a:r>
          </a:p>
        </p:txBody>
      </p:sp>
      <p:sp>
        <p:nvSpPr>
          <p:cNvPr id="869" name="bert-table-cell-9-0">
            <a:extLst xmlns:a="http://schemas.openxmlformats.org/drawingml/2006/main">
              <a:ext uri="{FF2B5EF4-FFF2-40B4-BE49-F238E27FC236}">
                <a16:creationId xmlns:a16="http://schemas.microsoft.com/office/drawing/2014/main" id="{93907AEC-D117-40AE-9506-79C7C7B2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3714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70" name="bert-table-text-9-0">
            <a:extLst xmlns:a="http://schemas.openxmlformats.org/drawingml/2006/main">
              <a:ext uri="{FF2B5EF4-FFF2-40B4-BE49-F238E27FC236}">
                <a16:creationId xmlns:a16="http://schemas.microsoft.com/office/drawing/2014/main" id="{D9B28A95-09D3-44AB-9036-06733E48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600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brother + woman - man</a:t>
            </a:r>
          </a:p>
        </p:txBody>
      </p:sp>
      <p:sp>
        <p:nvSpPr>
          <p:cNvPr id="871" name="bert-table-cell-9-1">
            <a:extLst xmlns:a="http://schemas.openxmlformats.org/drawingml/2006/main">
              <a:ext uri="{FF2B5EF4-FFF2-40B4-BE49-F238E27FC236}">
                <a16:creationId xmlns:a16="http://schemas.microsoft.com/office/drawing/2014/main" id="{47D436CB-C49E-4ED9-AEFE-6A211818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1381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72" name="bert-table-text-9-1">
            <a:extLst xmlns:a="http://schemas.openxmlformats.org/drawingml/2006/main">
              <a:ext uri="{FF2B5EF4-FFF2-40B4-BE49-F238E27FC236}">
                <a16:creationId xmlns:a16="http://schemas.microsoft.com/office/drawing/2014/main" id="{8C6255C0-DA40-4C7E-A0C2-35FEDF67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1266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sister</a:t>
            </a:r>
          </a:p>
        </p:txBody>
      </p:sp>
      <p:sp>
        <p:nvSpPr>
          <p:cNvPr id="873" name="bert-table-cell-9-2">
            <a:extLst xmlns:a="http://schemas.openxmlformats.org/drawingml/2006/main">
              <a:ext uri="{FF2B5EF4-FFF2-40B4-BE49-F238E27FC236}">
                <a16:creationId xmlns:a16="http://schemas.microsoft.com/office/drawing/2014/main" id="{84503F0D-D7BE-454E-A0EE-D179072E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05275"/>
            <a:ext cx="714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74" name="bert-table-text-9-2">
            <a:extLst xmlns:a="http://schemas.openxmlformats.org/drawingml/2006/main">
              <a:ext uri="{FF2B5EF4-FFF2-40B4-BE49-F238E27FC236}">
                <a16:creationId xmlns:a16="http://schemas.microsoft.com/office/drawing/2014/main" id="{668CFB2E-5FD9-4B61-8A40-D6E853C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17195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7E"/>
                </a:solidFill>
              </a:defRPr>
            </a:pPr>
            <a:r>
              <a:rPr sz="9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75" name="bert-table-cell-9-3">
            <a:extLst xmlns:a="http://schemas.openxmlformats.org/drawingml/2006/main">
              <a:ext uri="{FF2B5EF4-FFF2-40B4-BE49-F238E27FC236}">
                <a16:creationId xmlns:a16="http://schemas.microsoft.com/office/drawing/2014/main" id="{0BAF9CDA-F0D2-4C74-91FA-6E073CE2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05275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E6"/>
            </a:solidFill>
            <a:prstDash val="solid"/>
          </a:ln>
        </p:spPr>
      </p:sp>
      <p:sp>
        <p:nvSpPr>
          <p:cNvPr id="876" name="bert-table-text-9-3">
            <a:extLst xmlns:a="http://schemas.openxmlformats.org/drawingml/2006/main">
              <a:ext uri="{FF2B5EF4-FFF2-40B4-BE49-F238E27FC236}">
                <a16:creationId xmlns:a16="http://schemas.microsoft.com/office/drawing/2014/main" id="{5F2C43A9-E6F8-4071-A2B9-3FDC51F0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D31"/>
                </a:solidFill>
              </a:defRPr>
            </a:pPr>
            <a:r>
              <a:rPr sz="900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sister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2" name="Google Shape;782;p95">
            <a:extLst xmlns:a="http://schemas.openxmlformats.org/drawingml/2006/main">
              <a:ext uri="{FF2B5EF4-FFF2-40B4-BE49-F238E27FC236}">
                <a16:creationId xmlns:a16="http://schemas.microsoft.com/office/drawing/2014/main" id="{33C7B05D-4704-408D-9C64-54BCC42BF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83" name="Google Shape;783;p95">
            <a:extLst xmlns:a="http://schemas.openxmlformats.org/drawingml/2006/main">
              <a:ext uri="{FF2B5EF4-FFF2-40B4-BE49-F238E27FC236}">
                <a16:creationId xmlns:a16="http://schemas.microsoft.com/office/drawing/2014/main" id="{3BF6862D-F1B5-457A-8D97-1A2E9E6B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ModernBERT Top-k: Capitals</a:t>
            </a:r>
          </a:p>
        </p:txBody>
      </p:sp>
      <p:sp>
        <p:nvSpPr>
          <p:cNvPr id="784" name="Google Shape;784;p95">
            <a:extLst xmlns:a="http://schemas.openxmlformats.org/drawingml/2006/main">
              <a:ext uri="{FF2B5EF4-FFF2-40B4-BE49-F238E27FC236}">
                <a16:creationId xmlns:a16="http://schemas.microsoft.com/office/drawing/2014/main" id="{98885F5F-C9F3-4E68-BCDD-05235C73CE52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The nearest-token list often makes the relationship visible.</a:t>
            </a:r>
          </a:p>
        </p:txBody>
      </p:sp>
      <p:pic>
        <p:nvPicPr>
          <p:cNvPr id="790" name="Google Shape;785;p9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55bc7781144a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9aa65112f413d"/>
          <a:stretch xmlns:a="http://schemas.openxmlformats.org/drawingml/2006/main"/>
        </p:blipFill>
        <p:spPr>
          <a:xfrm xmlns:a="http://schemas.openxmlformats.org/drawingml/2006/main">
            <a:off x="552450" y="1579260"/>
            <a:ext cx="8039100" cy="21373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6835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2" name="Google Shape;782;p95">
            <a:extLst xmlns:a="http://schemas.openxmlformats.org/drawingml/2006/main">
              <a:ext uri="{FF2B5EF4-FFF2-40B4-BE49-F238E27FC236}">
                <a16:creationId xmlns:a16="http://schemas.microsoft.com/office/drawing/2014/main" id="{33C7B05D-4704-408D-9C64-54BCC42BF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83" name="Google Shape;783;p95">
            <a:extLst xmlns:a="http://schemas.openxmlformats.org/drawingml/2006/main">
              <a:ext uri="{FF2B5EF4-FFF2-40B4-BE49-F238E27FC236}">
                <a16:creationId xmlns:a16="http://schemas.microsoft.com/office/drawing/2014/main" id="{3BF6862D-F1B5-457A-8D97-1A2E9E6B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ModernBERT Top-k: Comparatives</a:t>
            </a:r>
          </a:p>
        </p:txBody>
      </p:sp>
      <p:sp>
        <p:nvSpPr>
          <p:cNvPr id="784" name="Google Shape;784;p95">
            <a:extLst xmlns:a="http://schemas.openxmlformats.org/drawingml/2006/main">
              <a:ext uri="{FF2B5EF4-FFF2-40B4-BE49-F238E27FC236}">
                <a16:creationId xmlns:a16="http://schemas.microsoft.com/office/drawing/2014/main" id="{98885F5F-C9F3-4E68-BCDD-05235C73CE52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The expected word is highlighted when it appears in the top-k list.</a:t>
            </a:r>
          </a:p>
        </p:txBody>
      </p:sp>
      <p:pic>
        <p:nvPicPr>
          <p:cNvPr id="790" name="Google Shape;785;p9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11d2ce763246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8387b97584db8"/>
          <a:stretch xmlns:a="http://schemas.openxmlformats.org/drawingml/2006/main"/>
        </p:blipFill>
        <p:spPr>
          <a:xfrm xmlns:a="http://schemas.openxmlformats.org/drawingml/2006/main">
            <a:off x="1389467" y="1028700"/>
            <a:ext cx="6365066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6835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1" name="Google Shape;891;p107">
            <a:extLst xmlns:a="http://schemas.openxmlformats.org/drawingml/2006/main">
              <a:ext uri="{FF2B5EF4-FFF2-40B4-BE49-F238E27FC236}">
                <a16:creationId xmlns:a16="http://schemas.microsoft.com/office/drawing/2014/main" id="{67A31F25-5F12-4C8E-B0AF-EA93B95E87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pic>
        <p:nvPicPr>
          <p:cNvPr id="898" name="Google Shape;892;p10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54f8f5db544e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4" name="Google Shape;894;p107">
            <a:extLst xmlns:a="http://schemas.openxmlformats.org/drawingml/2006/main">
              <a:ext uri="{FF2B5EF4-FFF2-40B4-BE49-F238E27FC236}">
                <a16:creationId xmlns:a16="http://schemas.microsoft.com/office/drawing/2014/main" id="{A9DE610D-E6EA-4F26-A654-1D27E2CCD5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ModernBERT Local PCA</a:t>
            </a:r>
          </a:p>
        </p:txBody>
      </p:sp>
      <p:pic>
        <p:nvPicPr>
          <p:cNvPr id="9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48502d7ef4d9b"/>
          <a:stretch xmlns:a="http://schemas.openxmlformats.org/drawingml/2006/main"/>
        </p:blipFill>
        <p:spPr>
          <a:xfrm xmlns:a="http://schemas.openxmlformats.org/drawingml/2006/main">
            <a:off x="2131219" y="819150"/>
            <a:ext cx="4881563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7628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ModernBERT Is Not Classic word2vec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Input embeddings show useful geometry, but ModernBERT is contextual.</a:t>
            </a:r>
          </a:p>
        </p:txBody>
      </p:sp>
      <p:pic>
        <p:nvPicPr>
          <p:cNvPr id="812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08d4e3492546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caveat-0">
            <a:extLst xmlns:a="http://schemas.openxmlformats.org/drawingml/2006/main">
              <a:ext uri="{FF2B5EF4-FFF2-40B4-BE49-F238E27FC236}">
                <a16:creationId xmlns:a16="http://schemas.microsoft.com/office/drawing/2014/main" id="{DAFC1539-98AA-4D19-9524-65825980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2000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5A3C"/>
            </a:solidFill>
            <a:prstDash val="solid"/>
          </a:ln>
        </p:spPr>
      </p:sp>
      <p:sp>
        <p:nvSpPr>
          <p:cNvPr id="797" name="caveat-eq-0">
            <a:extLst xmlns:a="http://schemas.openxmlformats.org/drawingml/2006/main">
              <a:ext uri="{FF2B5EF4-FFF2-40B4-BE49-F238E27FC236}">
                <a16:creationId xmlns:a16="http://schemas.microsoft.com/office/drawing/2014/main" id="{C80A90F8-B327-4178-86F7-9E189C3C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812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D31"/>
                </a:solidFill>
              </a:defRPr>
            </a:pPr>
            <a:r>
              <a:rPr sz="12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king - royalty -&gt; man</a:t>
            </a:r>
          </a:p>
        </p:txBody>
      </p:sp>
      <p:sp>
        <p:nvSpPr>
          <p:cNvPr id="798" name="caveat-rank-0">
            <a:extLst xmlns:a="http://schemas.openxmlformats.org/drawingml/2006/main">
              <a:ext uri="{FF2B5EF4-FFF2-40B4-BE49-F238E27FC236}">
                <a16:creationId xmlns:a16="http://schemas.microsoft.com/office/drawing/2014/main" id="{75F822E8-9A5D-4DDD-84E2-9D5377DF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45A3C"/>
                </a:solidFill>
              </a:defRPr>
            </a:pPr>
            <a:r>
              <a:rPr sz="1650" b="1">
                <a:solidFill>
                  <a:srgbClr val="E45A3C"/>
                </a:solidFill>
                <a:latin typeface="Helvetica Neue"/>
                <a:ea typeface="Helvetica Neue"/>
                <a:cs typeface="Helvetica Neue"/>
              </a:rPr>
              <a:t>rank 827</a:t>
            </a:r>
          </a:p>
        </p:txBody>
      </p:sp>
      <p:sp>
        <p:nvSpPr>
          <p:cNvPr id="799" name="caveat-note-0">
            <a:extLst xmlns:a="http://schemas.openxmlformats.org/drawingml/2006/main">
              <a:ext uri="{FF2B5EF4-FFF2-40B4-BE49-F238E27FC236}">
                <a16:creationId xmlns:a16="http://schemas.microsoft.com/office/drawing/2014/main" id="{FD675544-7BF0-427F-BCB4-2435CF5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not in top 50</a:t>
            </a:r>
          </a:p>
        </p:txBody>
      </p:sp>
      <p:sp>
        <p:nvSpPr>
          <p:cNvPr id="800" name="caveat-1">
            <a:extLst xmlns:a="http://schemas.openxmlformats.org/drawingml/2006/main">
              <a:ext uri="{FF2B5EF4-FFF2-40B4-BE49-F238E27FC236}">
                <a16:creationId xmlns:a16="http://schemas.microsoft.com/office/drawing/2014/main" id="{4E9021A7-5869-4905-A261-F81E952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62125"/>
            <a:ext cx="2000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5AEF"/>
            </a:solidFill>
            <a:prstDash val="solid"/>
          </a:ln>
        </p:spPr>
      </p:sp>
      <p:sp>
        <p:nvSpPr>
          <p:cNvPr id="801" name="caveat-eq-1">
            <a:extLst xmlns:a="http://schemas.openxmlformats.org/drawingml/2006/main">
              <a:ext uri="{FF2B5EF4-FFF2-40B4-BE49-F238E27FC236}">
                <a16:creationId xmlns:a16="http://schemas.microsoft.com/office/drawing/2014/main" id="{58645DB3-08B4-48B3-A405-B75C1DE6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D31"/>
                </a:solidFill>
              </a:defRPr>
            </a:pPr>
            <a:r>
              <a:rPr sz="12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king + woman - man -&gt; queen</a:t>
            </a:r>
          </a:p>
        </p:txBody>
      </p:sp>
      <p:sp>
        <p:nvSpPr>
          <p:cNvPr id="802" name="caveat-rank-1">
            <a:extLst xmlns:a="http://schemas.openxmlformats.org/drawingml/2006/main">
              <a:ext uri="{FF2B5EF4-FFF2-40B4-BE49-F238E27FC236}">
                <a16:creationId xmlns:a16="http://schemas.microsoft.com/office/drawing/2014/main" id="{6EE953B3-F7AD-425C-AE44-8326B268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5AEF"/>
                </a:solidFill>
              </a:defRPr>
            </a:pPr>
            <a:r>
              <a:rPr sz="165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rank 6</a:t>
            </a:r>
          </a:p>
        </p:txBody>
      </p:sp>
      <p:sp>
        <p:nvSpPr>
          <p:cNvPr id="803" name="caveat-note-1">
            <a:extLst xmlns:a="http://schemas.openxmlformats.org/drawingml/2006/main">
              <a:ext uri="{FF2B5EF4-FFF2-40B4-BE49-F238E27FC236}">
                <a16:creationId xmlns:a16="http://schemas.microsoft.com/office/drawing/2014/main" id="{56B15115-C050-49B2-A37E-F07479A3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05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in top 50</a:t>
            </a:r>
          </a:p>
        </p:txBody>
      </p:sp>
      <p:sp>
        <p:nvSpPr>
          <p:cNvPr id="804" name="caveat-2">
            <a:extLst xmlns:a="http://schemas.openxmlformats.org/drawingml/2006/main">
              <a:ext uri="{FF2B5EF4-FFF2-40B4-BE49-F238E27FC236}">
                <a16:creationId xmlns:a16="http://schemas.microsoft.com/office/drawing/2014/main" id="{100D2AF3-7472-4EFC-BDF5-57681F4D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2000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C7E"/>
            </a:solidFill>
            <a:prstDash val="solid"/>
          </a:ln>
        </p:spPr>
      </p:sp>
      <p:sp>
        <p:nvSpPr>
          <p:cNvPr id="805" name="caveat-eq-2">
            <a:extLst xmlns:a="http://schemas.openxmlformats.org/drawingml/2006/main">
              <a:ext uri="{FF2B5EF4-FFF2-40B4-BE49-F238E27FC236}">
                <a16:creationId xmlns:a16="http://schemas.microsoft.com/office/drawing/2014/main" id="{D3FB42FF-B4FB-49B9-9751-8BDBA025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812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D31"/>
                </a:solidFill>
              </a:defRPr>
            </a:pPr>
            <a:r>
              <a:rPr sz="12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queen - royalty -&gt; woman</a:t>
            </a:r>
          </a:p>
        </p:txBody>
      </p:sp>
      <p:sp>
        <p:nvSpPr>
          <p:cNvPr id="806" name="caveat-rank-2">
            <a:extLst xmlns:a="http://schemas.openxmlformats.org/drawingml/2006/main">
              <a:ext uri="{FF2B5EF4-FFF2-40B4-BE49-F238E27FC236}">
                <a16:creationId xmlns:a16="http://schemas.microsoft.com/office/drawing/2014/main" id="{0C0A2167-4A03-47FF-9F89-7B110E68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8C7E"/>
                </a:solidFill>
              </a:defRPr>
            </a:pPr>
            <a:r>
              <a:rPr sz="165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rank 16</a:t>
            </a:r>
          </a:p>
        </p:txBody>
      </p:sp>
      <p:sp>
        <p:nvSpPr>
          <p:cNvPr id="807" name="caveat-note-2">
            <a:extLst xmlns:a="http://schemas.openxmlformats.org/drawingml/2006/main">
              <a:ext uri="{FF2B5EF4-FFF2-40B4-BE49-F238E27FC236}">
                <a16:creationId xmlns:a16="http://schemas.microsoft.com/office/drawing/2014/main" id="{59C58A18-D299-4CE9-82E3-A35AE6DF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in top 50</a:t>
            </a:r>
          </a:p>
        </p:txBody>
      </p:sp>
      <p:sp>
        <p:nvSpPr>
          <p:cNvPr id="808" name="caveat-bottom">
            <a:extLst xmlns:a="http://schemas.openxmlformats.org/drawingml/2006/main">
              <a:ext uri="{FF2B5EF4-FFF2-40B4-BE49-F238E27FC236}">
                <a16:creationId xmlns:a16="http://schemas.microsoft.com/office/drawing/2014/main" id="{DAD55EA6-EA2E-4D4C-81CF-4DD3C9B8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D31"/>
                </a:solidFill>
              </a:defRPr>
            </a:pPr>
            <a:r>
              <a:rPr sz="15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The teaching point is honest: vector arithmetic can work, but model architecture and tokenization matter.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Meaning Depends on Context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The same word can get a different vector in a different sentence.</a:t>
            </a:r>
          </a:p>
        </p:txBody>
      </p:sp>
      <p:pic>
        <p:nvPicPr>
          <p:cNvPr id="804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2621ddb3244f7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river-bank">
            <a:extLst xmlns:a="http://schemas.openxmlformats.org/drawingml/2006/main">
              <a:ext uri="{FF2B5EF4-FFF2-40B4-BE49-F238E27FC236}">
                <a16:creationId xmlns:a16="http://schemas.microsoft.com/office/drawing/2014/main" id="{9914C4D0-3348-4C8C-BEA1-DAC4FC4D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2333625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D8"/>
            </a:solidFill>
            <a:prstDash val="solid"/>
          </a:ln>
        </p:spPr>
      </p:sp>
      <p:sp>
        <p:nvSpPr>
          <p:cNvPr id="797" name="river-text">
            <a:extLst xmlns:a="http://schemas.openxmlformats.org/drawingml/2006/main">
              <a:ext uri="{FF2B5EF4-FFF2-40B4-BE49-F238E27FC236}">
                <a16:creationId xmlns:a16="http://schemas.microsoft.com/office/drawing/2014/main" id="{FBA2C190-B017-4D4B-BB6D-54007B15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3D8"/>
                </a:solidFill>
              </a:defRPr>
            </a:pPr>
            <a:r>
              <a:rPr sz="15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river bank</a:t>
            </a:r>
          </a:p>
          <a:p xmlns:a="http://schemas.openxmlformats.org/drawingml/2006/main">
            <a:pPr algn="ctr">
              <a:defRPr sz="1500" b="1">
                <a:solidFill>
                  <a:srgbClr val="2F73D8"/>
                </a:solidFill>
              </a:defRPr>
            </a:pPr>
            <a:r>
              <a:rPr sz="15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water, shore, fishing</a:t>
            </a:r>
          </a:p>
        </p:txBody>
      </p:sp>
      <p:sp>
        <p:nvSpPr>
          <p:cNvPr id="798" name="same-bank">
            <a:extLst xmlns:a="http://schemas.openxmlformats.org/drawingml/2006/main">
              <a:ext uri="{FF2B5EF4-FFF2-40B4-BE49-F238E27FC236}">
                <a16:creationId xmlns:a16="http://schemas.microsoft.com/office/drawing/2014/main" id="{A7B0514B-75DD-400C-80FE-CA754AF0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133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5AEF"/>
                </a:solidFill>
              </a:defRPr>
            </a:pPr>
            <a:r>
              <a:rPr sz="135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same token</a:t>
            </a:r>
          </a:p>
          <a:p xmlns:a="http://schemas.openxmlformats.org/drawingml/2006/main">
            <a:pPr algn="ctr">
              <a:defRPr sz="1350" b="1">
                <a:solidFill>
                  <a:srgbClr val="6E5AEF"/>
                </a:solidFill>
              </a:defRPr>
            </a:pPr>
            <a:r>
              <a:rPr sz="135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new context</a:t>
            </a:r>
          </a:p>
          <a:p xmlns:a="http://schemas.openxmlformats.org/drawingml/2006/main">
            <a:pPr algn="ctr">
              <a:defRPr sz="1350" b="1">
                <a:solidFill>
                  <a:srgbClr val="6E5AEF"/>
                </a:solidFill>
              </a:defRPr>
            </a:pPr>
            <a:r>
              <a:rPr sz="135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new vector</a:t>
            </a:r>
          </a:p>
        </p:txBody>
      </p:sp>
      <p:sp>
        <p:nvSpPr>
          <p:cNvPr id="799" name="money-bank">
            <a:extLst xmlns:a="http://schemas.openxmlformats.org/drawingml/2006/main">
              <a:ext uri="{FF2B5EF4-FFF2-40B4-BE49-F238E27FC236}">
                <a16:creationId xmlns:a16="http://schemas.microsoft.com/office/drawing/2014/main" id="{785CBE29-3A73-4AF8-AC36-1AEDD861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333625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A62B"/>
            </a:solidFill>
            <a:prstDash val="solid"/>
          </a:ln>
        </p:spPr>
      </p:sp>
      <p:sp>
        <p:nvSpPr>
          <p:cNvPr id="800" name="money-text">
            <a:extLst xmlns:a="http://schemas.openxmlformats.org/drawingml/2006/main">
              <a:ext uri="{FF2B5EF4-FFF2-40B4-BE49-F238E27FC236}">
                <a16:creationId xmlns:a16="http://schemas.microsoft.com/office/drawing/2014/main" id="{4773A818-3899-464B-B635-0D4A2658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050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A62B"/>
                </a:solidFill>
              </a:defRPr>
            </a:pPr>
            <a:r>
              <a:rPr sz="150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bank account</a:t>
            </a:r>
          </a:p>
          <a:p xmlns:a="http://schemas.openxmlformats.org/drawingml/2006/main">
            <a:pPr algn="ctr">
              <a:defRPr sz="1500" b="1">
                <a:solidFill>
                  <a:srgbClr val="DCA62B"/>
                </a:solidFill>
              </a:defRPr>
            </a:pPr>
            <a:r>
              <a:rPr sz="150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money, teller, savings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Transformers Build Contextual Representations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Each layer updates token vectors by comparing them with other tokens.</a:t>
            </a:r>
          </a:p>
        </p:txBody>
      </p:sp>
      <p:pic>
        <p:nvPicPr>
          <p:cNvPr id="811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7cfd4541ba42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box-tokens2">
            <a:extLst xmlns:a="http://schemas.openxmlformats.org/drawingml/2006/main">
              <a:ext uri="{FF2B5EF4-FFF2-40B4-BE49-F238E27FC236}">
                <a16:creationId xmlns:a16="http://schemas.microsoft.com/office/drawing/2014/main" id="{E15B88C7-AEEE-40B0-AB77-8F4F2C62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143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5AEF"/>
            </a:solidFill>
            <a:prstDash val="solid"/>
          </a:ln>
        </p:spPr>
      </p:sp>
      <p:sp>
        <p:nvSpPr>
          <p:cNvPr id="797" name="label-tokens2">
            <a:extLst xmlns:a="http://schemas.openxmlformats.org/drawingml/2006/main">
              <a:ext uri="{FF2B5EF4-FFF2-40B4-BE49-F238E27FC236}">
                <a16:creationId xmlns:a16="http://schemas.microsoft.com/office/drawing/2014/main" id="{E37BDEAD-4FF6-460F-BF7C-58B54108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5AEF"/>
                </a:solidFill>
              </a:defRPr>
            </a:pPr>
            <a:r>
              <a:rPr sz="120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tokens</a:t>
            </a:r>
          </a:p>
        </p:txBody>
      </p:sp>
      <p:sp>
        <p:nvSpPr>
          <p:cNvPr id="798" name="box-vectors2">
            <a:extLst xmlns:a="http://schemas.openxmlformats.org/drawingml/2006/main">
              <a:ext uri="{FF2B5EF4-FFF2-40B4-BE49-F238E27FC236}">
                <a16:creationId xmlns:a16="http://schemas.microsoft.com/office/drawing/2014/main" id="{3D1BA90F-8E36-4923-A570-CE41B0A9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1143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D8"/>
            </a:solidFill>
            <a:prstDash val="solid"/>
          </a:ln>
        </p:spPr>
      </p:sp>
      <p:sp>
        <p:nvSpPr>
          <p:cNvPr id="799" name="label-vectors2">
            <a:extLst xmlns:a="http://schemas.openxmlformats.org/drawingml/2006/main">
              <a:ext uri="{FF2B5EF4-FFF2-40B4-BE49-F238E27FC236}">
                <a16:creationId xmlns:a16="http://schemas.microsoft.com/office/drawing/2014/main" id="{E5AFBE6C-8761-4E41-8FDF-85D61588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336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3D8"/>
                </a:solidFill>
              </a:defRPr>
            </a:pPr>
            <a:r>
              <a:rPr sz="12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vectors</a:t>
            </a:r>
          </a:p>
        </p:txBody>
      </p:sp>
      <p:sp>
        <p:nvSpPr>
          <p:cNvPr id="800" name="box-layers2">
            <a:extLst xmlns:a="http://schemas.openxmlformats.org/drawingml/2006/main">
              <a:ext uri="{FF2B5EF4-FFF2-40B4-BE49-F238E27FC236}">
                <a16:creationId xmlns:a16="http://schemas.microsoft.com/office/drawing/2014/main" id="{FD0915DC-2579-4BCF-9F1F-30976559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980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A62B"/>
            </a:solidFill>
            <a:prstDash val="solid"/>
          </a:ln>
        </p:spPr>
      </p:sp>
      <p:sp>
        <p:nvSpPr>
          <p:cNvPr id="801" name="label-layers2">
            <a:extLst xmlns:a="http://schemas.openxmlformats.org/drawingml/2006/main">
              <a:ext uri="{FF2B5EF4-FFF2-40B4-BE49-F238E27FC236}">
                <a16:creationId xmlns:a16="http://schemas.microsoft.com/office/drawing/2014/main" id="{3B20652A-3DC4-4FF6-812A-C167237E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6220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A62B"/>
                </a:solidFill>
              </a:defRPr>
            </a:pPr>
            <a:r>
              <a:rPr sz="120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repeated</a:t>
            </a:r>
          </a:p>
          <a:p xmlns:a="http://schemas.openxmlformats.org/drawingml/2006/main">
            <a:pPr algn="ctr">
              <a:defRPr sz="1200" b="1">
                <a:solidFill>
                  <a:srgbClr val="DCA62B"/>
                </a:solidFill>
              </a:defRPr>
            </a:pPr>
            <a:r>
              <a:rPr sz="120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layers</a:t>
            </a:r>
          </a:p>
        </p:txBody>
      </p:sp>
      <p:sp>
        <p:nvSpPr>
          <p:cNvPr id="802" name="box-context2">
            <a:extLst xmlns:a="http://schemas.openxmlformats.org/drawingml/2006/main">
              <a:ext uri="{FF2B5EF4-FFF2-40B4-BE49-F238E27FC236}">
                <a16:creationId xmlns:a16="http://schemas.microsoft.com/office/drawing/2014/main" id="{B0CB6227-766A-4B74-84B5-62923EB7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7E"/>
            </a:solidFill>
            <a:prstDash val="solid"/>
          </a:ln>
        </p:spPr>
      </p:sp>
      <p:sp>
        <p:nvSpPr>
          <p:cNvPr id="803" name="label-context2">
            <a:extLst xmlns:a="http://schemas.openxmlformats.org/drawingml/2006/main">
              <a:ext uri="{FF2B5EF4-FFF2-40B4-BE49-F238E27FC236}">
                <a16:creationId xmlns:a16="http://schemas.microsoft.com/office/drawing/2014/main" id="{02E92BFA-F6AF-4FBE-940D-600DAB51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3365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contextual</a:t>
            </a:r>
          </a:p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vectors</a:t>
            </a:r>
          </a:p>
        </p:txBody>
      </p:sp>
      <p:sp>
        <p:nvSpPr>
          <p:cNvPr id="804" name="tr-a">
            <a:extLst xmlns:a="http://schemas.openxmlformats.org/drawingml/2006/main">
              <a:ext uri="{FF2B5EF4-FFF2-40B4-BE49-F238E27FC236}">
                <a16:creationId xmlns:a16="http://schemas.microsoft.com/office/drawing/2014/main" id="{5F6A47E3-DE33-490F-BC1B-14C193C6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765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05" name="tr-b">
            <a:extLst xmlns:a="http://schemas.openxmlformats.org/drawingml/2006/main">
              <a:ext uri="{FF2B5EF4-FFF2-40B4-BE49-F238E27FC236}">
                <a16:creationId xmlns:a16="http://schemas.microsoft.com/office/drawing/2014/main" id="{482F088D-599F-4D86-A008-29C6B482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765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06" name="tr-c">
            <a:extLst xmlns:a="http://schemas.openxmlformats.org/drawingml/2006/main">
              <a:ext uri="{FF2B5EF4-FFF2-40B4-BE49-F238E27FC236}">
                <a16:creationId xmlns:a16="http://schemas.microsoft.com/office/drawing/2014/main" id="{5B6BA5FC-DB30-4369-B7CB-736976AD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07" name="tr-note">
            <a:extLst xmlns:a="http://schemas.openxmlformats.org/drawingml/2006/main">
              <a:ext uri="{FF2B5EF4-FFF2-40B4-BE49-F238E27FC236}">
                <a16:creationId xmlns:a16="http://schemas.microsoft.com/office/drawing/2014/main" id="{CE4B75DC-8110-431C-A156-F5AED402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57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D31"/>
                </a:solidFill>
              </a:defRPr>
            </a:pPr>
            <a:r>
              <a:rPr sz="15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Stack enough layers and the vector for a word can carry sentence-level meaning.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7" name="Google Shape;527;p69">
            <a:extLst xmlns:a="http://schemas.openxmlformats.org/drawingml/2006/main">
              <a:ext uri="{FF2B5EF4-FFF2-40B4-BE49-F238E27FC236}">
                <a16:creationId xmlns:a16="http://schemas.microsoft.com/office/drawing/2014/main" id="{ECBA7AA1-10EA-4306-B64D-0F8719158D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528" name="Google Shape;528;p69">
            <a:extLst xmlns:a="http://schemas.openxmlformats.org/drawingml/2006/main">
              <a:ext uri="{FF2B5EF4-FFF2-40B4-BE49-F238E27FC236}">
                <a16:creationId xmlns:a16="http://schemas.microsoft.com/office/drawing/2014/main" id="{234F444B-605C-4E92-AE39-CE23D7D902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Attention Is Similarity at Scale</a:t>
            </a:r>
          </a:p>
        </p:txBody>
      </p:sp>
      <p:sp>
        <p:nvSpPr>
          <p:cNvPr id="529" name="Google Shape;529;p69">
            <a:extLst xmlns:a="http://schemas.openxmlformats.org/drawingml/2006/main">
              <a:ext uri="{FF2B5EF4-FFF2-40B4-BE49-F238E27FC236}">
                <a16:creationId xmlns:a16="http://schemas.microsoft.com/office/drawing/2014/main" id="{2D289C60-ED9D-4721-940E-215913D1014E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99750" y="675300"/>
            <a:ext cx="8522400" cy="410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Tokens ask dot-product questions about other tokens.</a:t>
            </a:r>
          </a:p>
        </p:txBody>
      </p:sp>
      <p:pic>
        <p:nvPicPr>
          <p:cNvPr id="560" name="Google Shape;530;p6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94bb5f10394b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31" name="hm-row-0">
            <a:extLst xmlns:a="http://schemas.openxmlformats.org/drawingml/2006/main">
              <a:ext uri="{FF2B5EF4-FFF2-40B4-BE49-F238E27FC236}">
                <a16:creationId xmlns:a16="http://schemas.microsoft.com/office/drawing/2014/main" id="{201BC495-0853-49AB-B8C1-2F7A3E62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716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the</a:t>
            </a:r>
          </a:p>
        </p:txBody>
      </p:sp>
      <p:sp>
        <p:nvSpPr>
          <p:cNvPr id="532" name="hm-col-0">
            <a:extLst xmlns:a="http://schemas.openxmlformats.org/drawingml/2006/main">
              <a:ext uri="{FF2B5EF4-FFF2-40B4-BE49-F238E27FC236}">
                <a16:creationId xmlns:a16="http://schemas.microsoft.com/office/drawing/2014/main" id="{9BE16339-C3B0-4DA9-BDF9-0750EA3B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525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the</a:t>
            </a:r>
          </a:p>
        </p:txBody>
      </p:sp>
      <p:sp>
        <p:nvSpPr>
          <p:cNvPr id="533" name="hm-0-0">
            <a:extLst xmlns:a="http://schemas.openxmlformats.org/drawingml/2006/main">
              <a:ext uri="{FF2B5EF4-FFF2-40B4-BE49-F238E27FC236}">
                <a16:creationId xmlns:a16="http://schemas.microsoft.com/office/drawing/2014/main" id="{F79C823F-61EE-4142-AC29-419983B9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1925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4" name="hm-0-1">
            <a:extLst xmlns:a="http://schemas.openxmlformats.org/drawingml/2006/main">
              <a:ext uri="{FF2B5EF4-FFF2-40B4-BE49-F238E27FC236}">
                <a16:creationId xmlns:a16="http://schemas.microsoft.com/office/drawing/2014/main" id="{DA15A033-4AB1-44F0-BE88-450236D5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1925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5" name="hm-0-2">
            <a:extLst xmlns:a="http://schemas.openxmlformats.org/drawingml/2006/main">
              <a:ext uri="{FF2B5EF4-FFF2-40B4-BE49-F238E27FC236}">
                <a16:creationId xmlns:a16="http://schemas.microsoft.com/office/drawing/2014/main" id="{DB2B85C9-C789-4966-B34C-29623ECE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1925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6" name="hm-0-3">
            <a:extLst xmlns:a="http://schemas.openxmlformats.org/drawingml/2006/main">
              <a:ext uri="{FF2B5EF4-FFF2-40B4-BE49-F238E27FC236}">
                <a16:creationId xmlns:a16="http://schemas.microsoft.com/office/drawing/2014/main" id="{E2E3B85B-EE32-4FFD-9577-B3E93C68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1925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7" name="hm-row-1">
            <a:extLst xmlns:a="http://schemas.openxmlformats.org/drawingml/2006/main">
              <a:ext uri="{FF2B5EF4-FFF2-40B4-BE49-F238E27FC236}">
                <a16:creationId xmlns:a16="http://schemas.microsoft.com/office/drawing/2014/main" id="{AC14E1B1-CBE5-4AEE-9DD2-F8033F02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860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protein</a:t>
            </a:r>
          </a:p>
        </p:txBody>
      </p:sp>
      <p:sp>
        <p:nvSpPr>
          <p:cNvPr id="538" name="hm-col-1">
            <a:extLst xmlns:a="http://schemas.openxmlformats.org/drawingml/2006/main">
              <a:ext uri="{FF2B5EF4-FFF2-40B4-BE49-F238E27FC236}">
                <a16:creationId xmlns:a16="http://schemas.microsoft.com/office/drawing/2014/main" id="{ACDF6462-8953-4A26-A141-AEE8C590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3525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protein</a:t>
            </a:r>
          </a:p>
        </p:txBody>
      </p:sp>
      <p:sp>
        <p:nvSpPr>
          <p:cNvPr id="539" name="hm-1-0">
            <a:extLst xmlns:a="http://schemas.openxmlformats.org/drawingml/2006/main">
              <a:ext uri="{FF2B5EF4-FFF2-40B4-BE49-F238E27FC236}">
                <a16:creationId xmlns:a16="http://schemas.microsoft.com/office/drawing/2014/main" id="{01B4AE7F-7DB7-4A81-AB5A-FED859FF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0" name="hm-1-1">
            <a:extLst xmlns:a="http://schemas.openxmlformats.org/drawingml/2006/main">
              <a:ext uri="{FF2B5EF4-FFF2-40B4-BE49-F238E27FC236}">
                <a16:creationId xmlns:a16="http://schemas.microsoft.com/office/drawing/2014/main" id="{C8D7FBD1-14E8-40BC-B99C-2221CFFA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3360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1" name="hm-1-2">
            <a:extLst xmlns:a="http://schemas.openxmlformats.org/drawingml/2006/main">
              <a:ext uri="{FF2B5EF4-FFF2-40B4-BE49-F238E27FC236}">
                <a16:creationId xmlns:a16="http://schemas.microsoft.com/office/drawing/2014/main" id="{96112196-1970-4E53-8613-D200C36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3360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2" name="hm-1-3">
            <a:extLst xmlns:a="http://schemas.openxmlformats.org/drawingml/2006/main">
              <a:ext uri="{FF2B5EF4-FFF2-40B4-BE49-F238E27FC236}">
                <a16:creationId xmlns:a16="http://schemas.microsoft.com/office/drawing/2014/main" id="{7A06AAFC-D2C8-4D0A-A4DA-5C324121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3360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3" name="hm-row-2">
            <a:extLst xmlns:a="http://schemas.openxmlformats.org/drawingml/2006/main">
              <a:ext uri="{FF2B5EF4-FFF2-40B4-BE49-F238E27FC236}">
                <a16:creationId xmlns:a16="http://schemas.microsoft.com/office/drawing/2014/main" id="{DFA2FDAD-8B9D-4200-B4C8-B65858A1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folds</a:t>
            </a:r>
          </a:p>
        </p:txBody>
      </p:sp>
      <p:sp>
        <p:nvSpPr>
          <p:cNvPr id="544" name="hm-col-2">
            <a:extLst xmlns:a="http://schemas.openxmlformats.org/drawingml/2006/main">
              <a:ext uri="{FF2B5EF4-FFF2-40B4-BE49-F238E27FC236}">
                <a16:creationId xmlns:a16="http://schemas.microsoft.com/office/drawing/2014/main" id="{FB16AF34-63B6-4873-AD43-B1FFCC55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525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folds</a:t>
            </a:r>
          </a:p>
        </p:txBody>
      </p:sp>
      <p:sp>
        <p:nvSpPr>
          <p:cNvPr id="545" name="hm-2-0">
            <a:extLst xmlns:a="http://schemas.openxmlformats.org/drawingml/2006/main">
              <a:ext uri="{FF2B5EF4-FFF2-40B4-BE49-F238E27FC236}">
                <a16:creationId xmlns:a16="http://schemas.microsoft.com/office/drawing/2014/main" id="{0472BB27-932A-4B29-85A3-7F9E1D7D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4795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6" name="hm-2-1">
            <a:extLst xmlns:a="http://schemas.openxmlformats.org/drawingml/2006/main">
              <a:ext uri="{FF2B5EF4-FFF2-40B4-BE49-F238E27FC236}">
                <a16:creationId xmlns:a16="http://schemas.microsoft.com/office/drawing/2014/main" id="{CAA2392C-59E9-4A2E-9D8F-C165F37C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7" name="hm-2-2">
            <a:extLst xmlns:a="http://schemas.openxmlformats.org/drawingml/2006/main">
              <a:ext uri="{FF2B5EF4-FFF2-40B4-BE49-F238E27FC236}">
                <a16:creationId xmlns:a16="http://schemas.microsoft.com/office/drawing/2014/main" id="{7D7E69D3-5A81-48CA-BD45-78E828F1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8" name="hm-2-3">
            <a:extLst xmlns:a="http://schemas.openxmlformats.org/drawingml/2006/main">
              <a:ext uri="{FF2B5EF4-FFF2-40B4-BE49-F238E27FC236}">
                <a16:creationId xmlns:a16="http://schemas.microsoft.com/office/drawing/2014/main" id="{E9B8FEC8-1BC0-4E9A-8928-BCFE62CA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4795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6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9" name="hm-row-3">
            <a:extLst xmlns:a="http://schemas.openxmlformats.org/drawingml/2006/main">
              <a:ext uri="{FF2B5EF4-FFF2-40B4-BE49-F238E27FC236}">
                <a16:creationId xmlns:a16="http://schemas.microsoft.com/office/drawing/2014/main" id="{A874F0FC-FAC6-4E21-B3CE-19C49B57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74"/>
                </a:solidFill>
              </a:defRPr>
            </a:pPr>
            <a:r>
              <a:rPr sz="975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helix</a:t>
            </a:r>
          </a:p>
        </p:txBody>
      </p:sp>
      <p:sp>
        <p:nvSpPr>
          <p:cNvPr id="550" name="hm-col-3">
            <a:extLst xmlns:a="http://schemas.openxmlformats.org/drawingml/2006/main">
              <a:ext uri="{FF2B5EF4-FFF2-40B4-BE49-F238E27FC236}">
                <a16:creationId xmlns:a16="http://schemas.microsoft.com/office/drawing/2014/main" id="{03196988-0377-41BD-99BC-78DD010A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525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helix</a:t>
            </a:r>
          </a:p>
        </p:txBody>
      </p:sp>
      <p:sp>
        <p:nvSpPr>
          <p:cNvPr id="551" name="hm-3-0">
            <a:extLst xmlns:a="http://schemas.openxmlformats.org/drawingml/2006/main">
              <a:ext uri="{FF2B5EF4-FFF2-40B4-BE49-F238E27FC236}">
                <a16:creationId xmlns:a16="http://schemas.microsoft.com/office/drawing/2014/main" id="{413C186F-BBB1-436D-BEFD-11E0A814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6230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2" name="hm-3-1">
            <a:extLst xmlns:a="http://schemas.openxmlformats.org/drawingml/2006/main">
              <a:ext uri="{FF2B5EF4-FFF2-40B4-BE49-F238E27FC236}">
                <a16:creationId xmlns:a16="http://schemas.microsoft.com/office/drawing/2014/main" id="{371E75A0-CF44-4E00-930B-5EB465A9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6230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D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3" name="hm-3-2">
            <a:extLst xmlns:a="http://schemas.openxmlformats.org/drawingml/2006/main">
              <a:ext uri="{FF2B5EF4-FFF2-40B4-BE49-F238E27FC236}">
                <a16:creationId xmlns:a16="http://schemas.microsoft.com/office/drawing/2014/main" id="{58659915-AA52-4219-9FA9-D448B6B7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A6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4" name="hm-3-3">
            <a:extLst xmlns:a="http://schemas.openxmlformats.org/drawingml/2006/main">
              <a:ext uri="{FF2B5EF4-FFF2-40B4-BE49-F238E27FC236}">
                <a16:creationId xmlns:a16="http://schemas.microsoft.com/office/drawing/2014/main" id="{E2473E29-4C9B-4E9E-B2C0-B662F458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4857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5" name="att-callout">
            <a:extLst xmlns:a="http://schemas.openxmlformats.org/drawingml/2006/main">
              <a:ext uri="{FF2B5EF4-FFF2-40B4-BE49-F238E27FC236}">
                <a16:creationId xmlns:a16="http://schemas.microsoft.com/office/drawing/2014/main" id="{19A988DD-7ED9-4903-B9B7-AAEED3A6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2D31"/>
                </a:solidFill>
              </a:defRPr>
            </a:pPr>
            <a:r>
              <a:rPr sz="18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A whole sentence becomes a table of comparisons.</a:t>
            </a:r>
          </a:p>
        </p:txBody>
      </p:sp>
      <p:sp>
        <p:nvSpPr>
          <p:cNvPr id="556" name="att-steps">
            <a:extLst xmlns:a="http://schemas.openxmlformats.org/drawingml/2006/main">
              <a:ext uri="{FF2B5EF4-FFF2-40B4-BE49-F238E27FC236}">
                <a16:creationId xmlns:a16="http://schemas.microsoft.com/office/drawing/2014/main" id="{5F365876-B229-4E00-AEBE-98949041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2524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4"/>
                </a:solidFill>
              </a:defRPr>
            </a:pPr>
            <a:r>
              <a:rPr sz="12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1. compare token vectors</a:t>
            </a:r>
          </a:p>
          <a:p xmlns:a="http://schemas.openxmlformats.org/drawingml/2006/main">
            <a:pPr algn="l">
              <a:defRPr sz="1200" b="0">
                <a:solidFill>
                  <a:srgbClr val="607074"/>
                </a:solidFill>
              </a:defRPr>
            </a:pPr>
            <a:r>
              <a:rPr sz="12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2. turn scores into weights</a:t>
            </a:r>
          </a:p>
          <a:p xmlns:a="http://schemas.openxmlformats.org/drawingml/2006/main">
            <a:pPr algn="l">
              <a:defRPr sz="1200" b="0">
                <a:solidFill>
                  <a:srgbClr val="607074"/>
                </a:solidFill>
              </a:defRPr>
            </a:pPr>
            <a:r>
              <a:rPr sz="12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3. mix information into a new vector</a:t>
            </a:r>
          </a:p>
        </p:txBody>
      </p:sp>
    </p:spTree>
    <p:extLst>
      <p:ext uri="{BB962C8B-B14F-4D97-AF65-F5344CB8AC3E}">
        <p14:creationId xmlns:p14="http://schemas.microsoft.com/office/powerpoint/2010/main" val="138882727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2" name="Google Shape;782;p95">
            <a:extLst xmlns:a="http://schemas.openxmlformats.org/drawingml/2006/main">
              <a:ext uri="{FF2B5EF4-FFF2-40B4-BE49-F238E27FC236}">
                <a16:creationId xmlns:a16="http://schemas.microsoft.com/office/drawing/2014/main" id="{33C7B05D-4704-408D-9C64-54BCC42BF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83" name="Google Shape;783;p95">
            <a:extLst xmlns:a="http://schemas.openxmlformats.org/drawingml/2006/main">
              <a:ext uri="{FF2B5EF4-FFF2-40B4-BE49-F238E27FC236}">
                <a16:creationId xmlns:a16="http://schemas.microsoft.com/office/drawing/2014/main" id="{3BF6862D-F1B5-457A-8D97-1A2E9E6B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Proteins Are Sequences Too</a:t>
            </a:r>
          </a:p>
        </p:txBody>
      </p:sp>
      <p:sp>
        <p:nvSpPr>
          <p:cNvPr id="784" name="Google Shape;784;p95">
            <a:extLst xmlns:a="http://schemas.openxmlformats.org/drawingml/2006/main">
              <a:ext uri="{FF2B5EF4-FFF2-40B4-BE49-F238E27FC236}">
                <a16:creationId xmlns:a16="http://schemas.microsoft.com/office/drawing/2014/main" id="{98885F5F-C9F3-4E68-BCDD-05235C73CE52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Protein language models apply the same representation idea to amino acid strings.</a:t>
            </a:r>
          </a:p>
        </p:txBody>
      </p:sp>
      <p:pic>
        <p:nvPicPr>
          <p:cNvPr id="792" name="Google Shape;785;p9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ed1ed117504cc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22211d6844cc9"/>
          <a:stretch xmlns:a="http://schemas.openxmlformats.org/drawingml/2006/main"/>
        </p:blipFill>
        <p:spPr>
          <a:xfrm xmlns:a="http://schemas.openxmlformats.org/drawingml/2006/main">
            <a:off x="4905375" y="1636511"/>
            <a:ext cx="4000500" cy="2251478"/>
          </a:xfrm>
          <a:prstGeom xmlns:a="http://schemas.openxmlformats.org/drawingml/2006/main" prst="rect">
            <a:avLst/>
          </a:prstGeom>
        </p:spPr>
      </p:pic>
      <p:sp>
        <p:nvSpPr>
          <p:cNvPr id="787" name="protein-seq">
            <a:extLst xmlns:a="http://schemas.openxmlformats.org/drawingml/2006/main">
              <a:ext uri="{FF2B5EF4-FFF2-40B4-BE49-F238E27FC236}">
                <a16:creationId xmlns:a16="http://schemas.microsoft.com/office/drawing/2014/main" id="{648F5A1D-A4AC-47F9-9891-15BF1DF4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D31"/>
                </a:solidFill>
              </a:defRPr>
            </a:pPr>
            <a:r>
              <a:rPr sz="1875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MKTAYIAKQRQISFVKSHFSRQ</a:t>
            </a:r>
          </a:p>
        </p:txBody>
      </p:sp>
      <p:sp>
        <p:nvSpPr>
          <p:cNvPr id="788" name="protein-copy">
            <a:extLst xmlns:a="http://schemas.openxmlformats.org/drawingml/2006/main">
              <a:ext uri="{FF2B5EF4-FFF2-40B4-BE49-F238E27FC236}">
                <a16:creationId xmlns:a16="http://schemas.microsoft.com/office/drawing/2014/main" id="{70F2D510-953B-4018-BC43-47844A7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D31"/>
                </a:solidFill>
              </a:defRPr>
            </a:pPr>
            <a:r>
              <a:rPr sz="1575" b="0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Amino acids are symbols. A protein language model turns a sequence into vectors for residues, domains, or the whole protein.</a:t>
            </a:r>
          </a:p>
        </p:txBody>
      </p:sp>
    </p:spTree>
    <p:extLst>
      <p:ext uri="{BB962C8B-B14F-4D97-AF65-F5344CB8AC3E}">
        <p14:creationId xmlns:p14="http://schemas.microsoft.com/office/powerpoint/2010/main" val="86916835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Protein Models Learn from Sequence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Prediction over millions of sequences can reveal functional patterns.</a:t>
            </a:r>
          </a:p>
        </p:txBody>
      </p:sp>
      <p:pic>
        <p:nvPicPr>
          <p:cNvPr id="811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7368407d06447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box-seq">
            <a:extLst xmlns:a="http://schemas.openxmlformats.org/drawingml/2006/main">
              <a:ext uri="{FF2B5EF4-FFF2-40B4-BE49-F238E27FC236}">
                <a16:creationId xmlns:a16="http://schemas.microsoft.com/office/drawing/2014/main" id="{8FBC2D35-0361-445E-9F6A-550096AE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238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7E"/>
            </a:solidFill>
            <a:prstDash val="solid"/>
          </a:ln>
        </p:spPr>
      </p:sp>
      <p:sp>
        <p:nvSpPr>
          <p:cNvPr id="797" name="label-seq">
            <a:extLst xmlns:a="http://schemas.openxmlformats.org/drawingml/2006/main">
              <a:ext uri="{FF2B5EF4-FFF2-40B4-BE49-F238E27FC236}">
                <a16:creationId xmlns:a16="http://schemas.microsoft.com/office/drawing/2014/main" id="{0FCABC6F-668D-4AE3-A6C5-96838E83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5812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sequence</a:t>
            </a:r>
          </a:p>
        </p:txBody>
      </p:sp>
      <p:sp>
        <p:nvSpPr>
          <p:cNvPr id="798" name="box-plm">
            <a:extLst xmlns:a="http://schemas.openxmlformats.org/drawingml/2006/main">
              <a:ext uri="{FF2B5EF4-FFF2-40B4-BE49-F238E27FC236}">
                <a16:creationId xmlns:a16="http://schemas.microsoft.com/office/drawing/2014/main" id="{066377B2-1B8B-4703-9885-88268CEF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86000"/>
            <a:ext cx="16192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7E"/>
            </a:solidFill>
            <a:prstDash val="solid"/>
          </a:ln>
        </p:spPr>
      </p:sp>
      <p:sp>
        <p:nvSpPr>
          <p:cNvPr id="799" name="label-plm">
            <a:extLst xmlns:a="http://schemas.openxmlformats.org/drawingml/2006/main">
              <a:ext uri="{FF2B5EF4-FFF2-40B4-BE49-F238E27FC236}">
                <a16:creationId xmlns:a16="http://schemas.microsoft.com/office/drawing/2014/main" id="{BB31AF25-255A-4526-9574-B05474E1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38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protein</a:t>
            </a:r>
          </a:p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language model</a:t>
            </a:r>
          </a:p>
        </p:txBody>
      </p:sp>
      <p:sp>
        <p:nvSpPr>
          <p:cNvPr id="800" name="box-prot-embed">
            <a:extLst xmlns:a="http://schemas.openxmlformats.org/drawingml/2006/main">
              <a:ext uri="{FF2B5EF4-FFF2-40B4-BE49-F238E27FC236}">
                <a16:creationId xmlns:a16="http://schemas.microsoft.com/office/drawing/2014/main" id="{0CAEF90C-55EF-4709-97F4-704B5DFA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28875"/>
            <a:ext cx="1428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7E"/>
            </a:solidFill>
            <a:prstDash val="solid"/>
          </a:ln>
        </p:spPr>
      </p:sp>
      <p:sp>
        <p:nvSpPr>
          <p:cNvPr id="801" name="label-prot-embed">
            <a:extLst xmlns:a="http://schemas.openxmlformats.org/drawingml/2006/main">
              <a:ext uri="{FF2B5EF4-FFF2-40B4-BE49-F238E27FC236}">
                <a16:creationId xmlns:a16="http://schemas.microsoft.com/office/drawing/2014/main" id="{3E45DC4C-AA51-4A7A-BC55-A3A62926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812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802" name="box-annot">
            <a:extLst xmlns:a="http://schemas.openxmlformats.org/drawingml/2006/main">
              <a:ext uri="{FF2B5EF4-FFF2-40B4-BE49-F238E27FC236}">
                <a16:creationId xmlns:a16="http://schemas.microsoft.com/office/drawing/2014/main" id="{8421F3D5-CB65-43DD-AE6C-496ACE5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7E"/>
            </a:solidFill>
            <a:prstDash val="solid"/>
          </a:ln>
        </p:spPr>
      </p:sp>
      <p:sp>
        <p:nvSpPr>
          <p:cNvPr id="803" name="label-annot">
            <a:extLst xmlns:a="http://schemas.openxmlformats.org/drawingml/2006/main">
              <a:ext uri="{FF2B5EF4-FFF2-40B4-BE49-F238E27FC236}">
                <a16:creationId xmlns:a16="http://schemas.microsoft.com/office/drawing/2014/main" id="{5B832EE4-C06B-46C1-8DDD-A3A00393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9077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annotation</a:t>
            </a:r>
          </a:p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804" name="plm-a">
            <a:extLst xmlns:a="http://schemas.openxmlformats.org/drawingml/2006/main">
              <a:ext uri="{FF2B5EF4-FFF2-40B4-BE49-F238E27FC236}">
                <a16:creationId xmlns:a16="http://schemas.microsoft.com/office/drawing/2014/main" id="{B1FB3B63-0CF6-494A-AF52-020F75C8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24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05" name="plm-b">
            <a:extLst xmlns:a="http://schemas.openxmlformats.org/drawingml/2006/main">
              <a:ext uri="{FF2B5EF4-FFF2-40B4-BE49-F238E27FC236}">
                <a16:creationId xmlns:a16="http://schemas.microsoft.com/office/drawing/2014/main" id="{4C1163E1-97C6-4340-9E07-CA927B47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241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06" name="plm-c">
            <a:extLst xmlns:a="http://schemas.openxmlformats.org/drawingml/2006/main">
              <a:ext uri="{FF2B5EF4-FFF2-40B4-BE49-F238E27FC236}">
                <a16:creationId xmlns:a16="http://schemas.microsoft.com/office/drawing/2014/main" id="{46BDD7E1-5F1D-4BD6-B7D1-2DC74A85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24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807" name="plm-note">
            <a:extLst xmlns:a="http://schemas.openxmlformats.org/drawingml/2006/main">
              <a:ext uri="{FF2B5EF4-FFF2-40B4-BE49-F238E27FC236}">
                <a16:creationId xmlns:a16="http://schemas.microsoft.com/office/drawing/2014/main" id="{ECCCBA4E-F606-4B8F-B8FA-0F6E5BC8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052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D31"/>
                </a:solidFill>
              </a:defRPr>
            </a:pPr>
            <a:r>
              <a:rPr sz="15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The model is not given a hand-written biology dictionary. It learns useful coordinates from sequence patterns.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2" name="Google Shape;782;p95">
            <a:extLst xmlns:a="http://schemas.openxmlformats.org/drawingml/2006/main">
              <a:ext uri="{FF2B5EF4-FFF2-40B4-BE49-F238E27FC236}">
                <a16:creationId xmlns:a16="http://schemas.microsoft.com/office/drawing/2014/main" id="{33C7B05D-4704-408D-9C64-54BCC42BF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83" name="Google Shape;783;p95">
            <a:extLst xmlns:a="http://schemas.openxmlformats.org/drawingml/2006/main">
              <a:ext uri="{FF2B5EF4-FFF2-40B4-BE49-F238E27FC236}">
                <a16:creationId xmlns:a16="http://schemas.microsoft.com/office/drawing/2014/main" id="{3BF6862D-F1B5-457A-8D97-1A2E9E6B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Live Demo</a:t>
            </a:r>
          </a:p>
        </p:txBody>
      </p:sp>
      <p:sp>
        <p:nvSpPr>
          <p:cNvPr id="784" name="Google Shape;784;p95">
            <a:extLst xmlns:a="http://schemas.openxmlformats.org/drawingml/2006/main">
              <a:ext uri="{FF2B5EF4-FFF2-40B4-BE49-F238E27FC236}">
                <a16:creationId xmlns:a16="http://schemas.microsoft.com/office/drawing/2014/main" id="{98885F5F-C9F3-4E68-BCDD-05235C73CE52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Sequence to neighbors, function, and design ideas.</a:t>
            </a:r>
          </a:p>
        </p:txBody>
      </p:sp>
      <p:pic>
        <p:nvPicPr>
          <p:cNvPr id="801" name="Google Shape;785;p9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e9df366c20472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6" name="box-demo-input">
            <a:extLst xmlns:a="http://schemas.openxmlformats.org/drawingml/2006/main">
              <a:ext uri="{FF2B5EF4-FFF2-40B4-BE49-F238E27FC236}">
                <a16:creationId xmlns:a16="http://schemas.microsoft.com/office/drawing/2014/main" id="{68324FB1-F7AA-4635-9881-1C2D5758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428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7E"/>
            </a:solidFill>
            <a:prstDash val="solid"/>
          </a:ln>
        </p:spPr>
      </p:sp>
      <p:sp>
        <p:nvSpPr>
          <p:cNvPr id="787" name="label-demo-input">
            <a:extLst xmlns:a="http://schemas.openxmlformats.org/drawingml/2006/main">
              <a:ext uri="{FF2B5EF4-FFF2-40B4-BE49-F238E27FC236}">
                <a16:creationId xmlns:a16="http://schemas.microsoft.com/office/drawing/2014/main" id="{78251F8E-D900-4538-A392-3911CAC7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860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sequence</a:t>
            </a:r>
          </a:p>
        </p:txBody>
      </p:sp>
      <p:sp>
        <p:nvSpPr>
          <p:cNvPr id="788" name="box-demo-vector">
            <a:extLst xmlns:a="http://schemas.openxmlformats.org/drawingml/2006/main">
              <a:ext uri="{FF2B5EF4-FFF2-40B4-BE49-F238E27FC236}">
                <a16:creationId xmlns:a16="http://schemas.microsoft.com/office/drawing/2014/main" id="{4E1365A0-D74B-4008-90D6-409C32F0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1428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D8"/>
            </a:solidFill>
            <a:prstDash val="solid"/>
          </a:ln>
        </p:spPr>
      </p:sp>
      <p:sp>
        <p:nvSpPr>
          <p:cNvPr id="789" name="label-demo-vector">
            <a:extLst xmlns:a="http://schemas.openxmlformats.org/drawingml/2006/main">
              <a:ext uri="{FF2B5EF4-FFF2-40B4-BE49-F238E27FC236}">
                <a16:creationId xmlns:a16="http://schemas.microsoft.com/office/drawing/2014/main" id="{F3FC5204-1038-4272-9D4C-7549E979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860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3D8"/>
                </a:solidFill>
              </a:defRPr>
            </a:pPr>
            <a:r>
              <a:rPr sz="12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  <a:p xmlns:a="http://schemas.openxmlformats.org/drawingml/2006/main">
            <a:pPr algn="ctr">
              <a:defRPr sz="1200" b="1">
                <a:solidFill>
                  <a:srgbClr val="2F73D8"/>
                </a:solidFill>
              </a:defRPr>
            </a:pPr>
            <a:r>
              <a:rPr sz="12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vector</a:t>
            </a:r>
          </a:p>
        </p:txBody>
      </p:sp>
      <p:sp>
        <p:nvSpPr>
          <p:cNvPr id="790" name="box-demo-neighbors">
            <a:extLst xmlns:a="http://schemas.openxmlformats.org/drawingml/2006/main">
              <a:ext uri="{FF2B5EF4-FFF2-40B4-BE49-F238E27FC236}">
                <a16:creationId xmlns:a16="http://schemas.microsoft.com/office/drawing/2014/main" id="{6C969247-36C0-422E-8C0F-5747F9DA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1428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E5AEF"/>
            </a:solidFill>
            <a:prstDash val="solid"/>
          </a:ln>
        </p:spPr>
      </p:sp>
      <p:sp>
        <p:nvSpPr>
          <p:cNvPr id="791" name="label-demo-neighbors">
            <a:extLst xmlns:a="http://schemas.openxmlformats.org/drawingml/2006/main">
              <a:ext uri="{FF2B5EF4-FFF2-40B4-BE49-F238E27FC236}">
                <a16:creationId xmlns:a16="http://schemas.microsoft.com/office/drawing/2014/main" id="{8B61567E-EC7B-4C6D-B06F-6363B383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4860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5AEF"/>
                </a:solidFill>
              </a:defRPr>
            </a:pPr>
            <a:r>
              <a:rPr sz="120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nearest</a:t>
            </a:r>
          </a:p>
          <a:p xmlns:a="http://schemas.openxmlformats.org/drawingml/2006/main">
            <a:pPr algn="ctr">
              <a:defRPr sz="1200" b="1">
                <a:solidFill>
                  <a:srgbClr val="6E5AEF"/>
                </a:solidFill>
              </a:defRPr>
            </a:pPr>
            <a:r>
              <a:rPr sz="1200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proteins</a:t>
            </a:r>
          </a:p>
        </p:txBody>
      </p:sp>
      <p:sp>
        <p:nvSpPr>
          <p:cNvPr id="792" name="box-demo-design">
            <a:extLst xmlns:a="http://schemas.openxmlformats.org/drawingml/2006/main">
              <a:ext uri="{FF2B5EF4-FFF2-40B4-BE49-F238E27FC236}">
                <a16:creationId xmlns:a16="http://schemas.microsoft.com/office/drawing/2014/main" id="{A162920D-5B5C-4EF8-92B9-FB229893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1428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A62B"/>
            </a:solidFill>
            <a:prstDash val="solid"/>
          </a:ln>
        </p:spPr>
      </p:sp>
      <p:sp>
        <p:nvSpPr>
          <p:cNvPr id="793" name="label-demo-design">
            <a:extLst xmlns:a="http://schemas.openxmlformats.org/drawingml/2006/main">
              <a:ext uri="{FF2B5EF4-FFF2-40B4-BE49-F238E27FC236}">
                <a16:creationId xmlns:a16="http://schemas.microsoft.com/office/drawing/2014/main" id="{18D4294A-7F39-4546-8A5E-68A96D37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A62B"/>
                </a:solidFill>
              </a:defRPr>
            </a:pPr>
            <a:r>
              <a:rPr sz="120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labels and</a:t>
            </a:r>
          </a:p>
          <a:p xmlns:a="http://schemas.openxmlformats.org/drawingml/2006/main">
            <a:pPr algn="ctr">
              <a:defRPr sz="1200" b="1">
                <a:solidFill>
                  <a:srgbClr val="DCA62B"/>
                </a:solidFill>
              </a:defRPr>
            </a:pPr>
            <a:r>
              <a:rPr sz="120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design ideas</a:t>
            </a:r>
          </a:p>
        </p:txBody>
      </p:sp>
      <p:sp>
        <p:nvSpPr>
          <p:cNvPr id="794" name="demo-a">
            <a:extLst xmlns:a="http://schemas.openxmlformats.org/drawingml/2006/main">
              <a:ext uri="{FF2B5EF4-FFF2-40B4-BE49-F238E27FC236}">
                <a16:creationId xmlns:a16="http://schemas.microsoft.com/office/drawing/2014/main" id="{D6663CB8-8275-4D84-8282-A328D187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289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795" name="demo-b">
            <a:extLst xmlns:a="http://schemas.openxmlformats.org/drawingml/2006/main">
              <a:ext uri="{FF2B5EF4-FFF2-40B4-BE49-F238E27FC236}">
                <a16:creationId xmlns:a16="http://schemas.microsoft.com/office/drawing/2014/main" id="{86BF318E-6F37-450C-B65D-96DAE732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796" name="demo-c">
            <a:extLst xmlns:a="http://schemas.openxmlformats.org/drawingml/2006/main">
              <a:ext uri="{FF2B5EF4-FFF2-40B4-BE49-F238E27FC236}">
                <a16:creationId xmlns:a16="http://schemas.microsoft.com/office/drawing/2014/main" id="{125D4544-F44E-4DE5-8185-4B2FEBB0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289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074"/>
            </a:solidFill>
            <a:prstDash val="solid"/>
          </a:ln>
        </p:spPr>
      </p:sp>
      <p:sp>
        <p:nvSpPr>
          <p:cNvPr id="797" name="demo-question">
            <a:extLst xmlns:a="http://schemas.openxmlformats.org/drawingml/2006/main">
              <a:ext uri="{FF2B5EF4-FFF2-40B4-BE49-F238E27FC236}">
                <a16:creationId xmlns:a16="http://schemas.microsoft.com/office/drawing/2014/main" id="{0563E316-854F-41EF-963C-5E9C25B0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2D31"/>
                </a:solidFill>
              </a:defRPr>
            </a:pPr>
            <a:r>
              <a:rPr sz="1500" b="1">
                <a:solidFill>
                  <a:srgbClr val="1E2D31"/>
                </a:solidFill>
                <a:latin typeface="Helvetica Neue"/>
                <a:ea typeface="Helvetica Neue"/>
                <a:cs typeface="Helvetica Neue"/>
              </a:rPr>
              <a:t>Live question: which proteins are nearby, what function is likely, and what design idea follows?</a:t>
            </a:r>
          </a:p>
        </p:txBody>
      </p:sp>
    </p:spTree>
    <p:extLst>
      <p:ext uri="{BB962C8B-B14F-4D97-AF65-F5344CB8AC3E}">
        <p14:creationId xmlns:p14="http://schemas.microsoft.com/office/powerpoint/2010/main" val="86916835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2" name="Google Shape;792;p96">
            <a:extLst xmlns:a="http://schemas.openxmlformats.org/drawingml/2006/main">
              <a:ext uri="{FF2B5EF4-FFF2-40B4-BE49-F238E27FC236}">
                <a16:creationId xmlns:a16="http://schemas.microsoft.com/office/drawing/2014/main" id="{437C596E-EAA0-4464-9C0C-22E48FEC9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793" name="Google Shape;793;p96">
            <a:extLst xmlns:a="http://schemas.openxmlformats.org/drawingml/2006/main">
              <a:ext uri="{FF2B5EF4-FFF2-40B4-BE49-F238E27FC236}">
                <a16:creationId xmlns:a16="http://schemas.microsoft.com/office/drawing/2014/main" id="{4F7882AD-AB4E-45BF-893F-9B12442B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What Representation Learning Can Do in the Lab</a:t>
            </a:r>
          </a:p>
        </p:txBody>
      </p:sp>
      <p:sp>
        <p:nvSpPr>
          <p:cNvPr id="794" name="Google Shape;794;p96">
            <a:extLst xmlns:a="http://schemas.openxmlformats.org/drawingml/2006/main">
              <a:ext uri="{FF2B5EF4-FFF2-40B4-BE49-F238E27FC236}">
                <a16:creationId xmlns:a16="http://schemas.microsoft.com/office/drawing/2014/main" id="{74D71C4F-F56B-4C60-90EE-B127E884356B}"/>
              </a:ext>
            </a:extLst>
          </p:cNvPr>
          <p:cNvSpPr>
            <a:spLocks xmlns:a="http://schemas.openxmlformats.org/drawingml/2006/main" noGrp="1"/>
          </p:cNvSpPr>
          <p:nvPr>
            <p:ph type="subTitle" idx="18"/>
          </p:nvPr>
        </p:nvSpPr>
        <p:spPr>
          <a:xfrm xmlns:a="http://schemas.openxmlformats.org/drawingml/2006/main">
            <a:off x="344150" y="641625"/>
            <a:ext cx="8522400" cy="92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/>
              <a:t>Vectors become tools for deciding what to test next.</a:t>
            </a:r>
          </a:p>
        </p:txBody>
      </p:sp>
      <p:pic>
        <p:nvPicPr>
          <p:cNvPr id="811" name="Google Shape;795;p9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8554adb7844a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6" name="lab-0">
            <a:extLst xmlns:a="http://schemas.openxmlformats.org/drawingml/2006/main">
              <a:ext uri="{FF2B5EF4-FFF2-40B4-BE49-F238E27FC236}">
                <a16:creationId xmlns:a16="http://schemas.microsoft.com/office/drawing/2014/main" id="{E6DD179D-3BBD-47FE-B3AD-04D65086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2125"/>
            <a:ext cx="2667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7E"/>
            </a:solidFill>
            <a:prstDash val="solid"/>
          </a:ln>
        </p:spPr>
      </p:sp>
      <p:sp>
        <p:nvSpPr>
          <p:cNvPr id="797" name="lab-head-0">
            <a:extLst xmlns:a="http://schemas.openxmlformats.org/drawingml/2006/main">
              <a:ext uri="{FF2B5EF4-FFF2-40B4-BE49-F238E27FC236}">
                <a16:creationId xmlns:a16="http://schemas.microsoft.com/office/drawing/2014/main" id="{79C8475F-C45F-403D-9730-7E6922D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907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E"/>
                </a:solidFill>
              </a:defRPr>
            </a:pPr>
            <a:r>
              <a:rPr sz="1200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annotate</a:t>
            </a:r>
          </a:p>
        </p:txBody>
      </p:sp>
      <p:sp>
        <p:nvSpPr>
          <p:cNvPr id="798" name="lab-copy-0">
            <a:extLst xmlns:a="http://schemas.openxmlformats.org/drawingml/2006/main">
              <a:ext uri="{FF2B5EF4-FFF2-40B4-BE49-F238E27FC236}">
                <a16:creationId xmlns:a16="http://schemas.microsoft.com/office/drawing/2014/main" id="{62B7C3B2-CE75-41DB-9BED-DAF4AEAE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240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suggest a function for an unknown sequence</a:t>
            </a:r>
          </a:p>
        </p:txBody>
      </p:sp>
      <p:sp>
        <p:nvSpPr>
          <p:cNvPr id="799" name="lab-1">
            <a:extLst xmlns:a="http://schemas.openxmlformats.org/drawingml/2006/main">
              <a:ext uri="{FF2B5EF4-FFF2-40B4-BE49-F238E27FC236}">
                <a16:creationId xmlns:a16="http://schemas.microsoft.com/office/drawing/2014/main" id="{0AEB2FB7-4994-4592-915D-D44AAD42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62125"/>
            <a:ext cx="2667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D8"/>
            </a:solidFill>
            <a:prstDash val="solid"/>
          </a:ln>
        </p:spPr>
      </p:sp>
      <p:sp>
        <p:nvSpPr>
          <p:cNvPr id="800" name="lab-head-1">
            <a:extLst xmlns:a="http://schemas.openxmlformats.org/drawingml/2006/main">
              <a:ext uri="{FF2B5EF4-FFF2-40B4-BE49-F238E27FC236}">
                <a16:creationId xmlns:a16="http://schemas.microsoft.com/office/drawing/2014/main" id="{87792F8C-7902-4945-927F-DBB48923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907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73D8"/>
                </a:solidFill>
              </a:defRPr>
            </a:pPr>
            <a:r>
              <a:rPr sz="1200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801" name="lab-copy-1">
            <a:extLst xmlns:a="http://schemas.openxmlformats.org/drawingml/2006/main">
              <a:ext uri="{FF2B5EF4-FFF2-40B4-BE49-F238E27FC236}">
                <a16:creationId xmlns:a16="http://schemas.microsoft.com/office/drawing/2014/main" id="{16E507B3-4B4B-4D89-965A-1D568268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240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find related proteins across huge databases</a:t>
            </a:r>
          </a:p>
        </p:txBody>
      </p:sp>
      <p:sp>
        <p:nvSpPr>
          <p:cNvPr id="802" name="lab-2">
            <a:extLst xmlns:a="http://schemas.openxmlformats.org/drawingml/2006/main">
              <a:ext uri="{FF2B5EF4-FFF2-40B4-BE49-F238E27FC236}">
                <a16:creationId xmlns:a16="http://schemas.microsoft.com/office/drawing/2014/main" id="{EDEBE33F-5D75-43DB-BD29-CF3023EA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43250"/>
            <a:ext cx="2667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A62B"/>
            </a:solidFill>
            <a:prstDash val="solid"/>
          </a:ln>
        </p:spPr>
      </p:sp>
      <p:sp>
        <p:nvSpPr>
          <p:cNvPr id="803" name="lab-head-2">
            <a:extLst xmlns:a="http://schemas.openxmlformats.org/drawingml/2006/main">
              <a:ext uri="{FF2B5EF4-FFF2-40B4-BE49-F238E27FC236}">
                <a16:creationId xmlns:a16="http://schemas.microsoft.com/office/drawing/2014/main" id="{A7E29830-DF59-4CB8-9874-5293D07A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71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A62B"/>
                </a:solidFill>
              </a:defRPr>
            </a:pPr>
            <a:r>
              <a:rPr sz="1200" b="1">
                <a:solidFill>
                  <a:srgbClr val="DCA62B"/>
                </a:solidFill>
                <a:latin typeface="Helvetica Neue"/>
                <a:ea typeface="Helvetica Neue"/>
                <a:cs typeface="Helvetica Neue"/>
              </a:rPr>
              <a:t>triage</a:t>
            </a:r>
          </a:p>
        </p:txBody>
      </p:sp>
      <p:sp>
        <p:nvSpPr>
          <p:cNvPr id="804" name="lab-copy-2">
            <a:extLst xmlns:a="http://schemas.openxmlformats.org/drawingml/2006/main">
              <a:ext uri="{FF2B5EF4-FFF2-40B4-BE49-F238E27FC236}">
                <a16:creationId xmlns:a16="http://schemas.microsoft.com/office/drawing/2014/main" id="{6CA3EA13-F3D0-4462-8CE9-51AA1A23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05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prioritize experiments before spending bench time</a:t>
            </a:r>
          </a:p>
        </p:txBody>
      </p:sp>
      <p:sp>
        <p:nvSpPr>
          <p:cNvPr id="805" name="lab-3">
            <a:extLst xmlns:a="http://schemas.openxmlformats.org/drawingml/2006/main">
              <a:ext uri="{FF2B5EF4-FFF2-40B4-BE49-F238E27FC236}">
                <a16:creationId xmlns:a16="http://schemas.microsoft.com/office/drawing/2014/main" id="{DBDADAB7-18E2-47EE-95B4-2662839A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2667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45A3C"/>
            </a:solidFill>
            <a:prstDash val="solid"/>
          </a:ln>
        </p:spPr>
      </p:sp>
      <p:sp>
        <p:nvSpPr>
          <p:cNvPr id="806" name="lab-head-3">
            <a:extLst xmlns:a="http://schemas.openxmlformats.org/drawingml/2006/main">
              <a:ext uri="{FF2B5EF4-FFF2-40B4-BE49-F238E27FC236}">
                <a16:creationId xmlns:a16="http://schemas.microsoft.com/office/drawing/2014/main" id="{5234A0E9-8687-4596-B8EF-D357C5AB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71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A3C"/>
                </a:solidFill>
              </a:defRPr>
            </a:pPr>
            <a:r>
              <a:rPr sz="1200" b="1">
                <a:solidFill>
                  <a:srgbClr val="E45A3C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807" name="lab-copy-3">
            <a:extLst xmlns:a="http://schemas.openxmlformats.org/drawingml/2006/main">
              <a:ext uri="{FF2B5EF4-FFF2-40B4-BE49-F238E27FC236}">
                <a16:creationId xmlns:a16="http://schemas.microsoft.com/office/drawing/2014/main" id="{7E421696-4EF3-4263-8035-019A1D60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05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74"/>
                </a:solidFill>
              </a:defRPr>
            </a:pPr>
            <a:r>
              <a:rPr sz="900" b="0">
                <a:solidFill>
                  <a:srgbClr val="607074"/>
                </a:solidFill>
                <a:latin typeface="Helvetica Neue"/>
                <a:ea typeface="Helvetica Neue"/>
                <a:cs typeface="Helvetica Neue"/>
              </a:rPr>
              <a:t>propose sequence changes worth testing</a:t>
            </a:r>
          </a:p>
        </p:txBody>
      </p:sp>
    </p:spTree>
    <p:extLst>
      <p:ext uri="{BB962C8B-B14F-4D97-AF65-F5344CB8AC3E}">
        <p14:creationId xmlns:p14="http://schemas.microsoft.com/office/powerpoint/2010/main" val="199078649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6" name="Google Shape;1006;p121">
            <a:extLst xmlns:a="http://schemas.openxmlformats.org/drawingml/2006/main">
              <a:ext uri="{FF2B5EF4-FFF2-40B4-BE49-F238E27FC236}">
                <a16:creationId xmlns:a16="http://schemas.microsoft.com/office/drawing/2014/main" id="{8A8E229F-6A20-487F-89BC-184F959113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08648" y="4749900"/>
            <a:ext cx="657900" cy="1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0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007" name="Google Shape;1007;p121">
            <a:extLst xmlns:a="http://schemas.openxmlformats.org/drawingml/2006/main">
              <a:ext uri="{FF2B5EF4-FFF2-40B4-BE49-F238E27FC236}">
                <a16:creationId xmlns:a16="http://schemas.microsoft.com/office/drawing/2014/main" id="{F60F586F-52F3-4F1F-AFCC-AC000751C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3500" y="108975"/>
            <a:ext cx="7137000" cy="36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Learn the Coordinates, Then Do the Math</a:t>
            </a:r>
          </a:p>
        </p:txBody>
      </p:sp>
      <p:pic>
        <p:nvPicPr>
          <p:cNvPr id="1020" name="Google Shape;1008;p1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0cd901e3a442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602" y="106926"/>
            <a:ext cx="341150" cy="341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9" name="final-0">
            <a:extLst xmlns:a="http://schemas.openxmlformats.org/drawingml/2006/main">
              <a:ext uri="{FF2B5EF4-FFF2-40B4-BE49-F238E27FC236}">
                <a16:creationId xmlns:a16="http://schemas.microsoft.com/office/drawing/2014/main" id="{24F178AC-D956-44DE-A237-39A4FBBF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3D8"/>
            </a:solidFill>
            <a:prstDash val="solid"/>
          </a:ln>
        </p:spPr>
      </p:sp>
      <p:sp>
        <p:nvSpPr>
          <p:cNvPr id="1010" name="final-label-0">
            <a:extLst xmlns:a="http://schemas.openxmlformats.org/drawingml/2006/main">
              <a:ext uri="{FF2B5EF4-FFF2-40B4-BE49-F238E27FC236}">
                <a16:creationId xmlns:a16="http://schemas.microsoft.com/office/drawing/2014/main" id="{63B60A60-23E3-448E-A389-1DBE715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3D8"/>
                </a:solidFill>
              </a:defRPr>
            </a:pPr>
            <a:r>
              <a:rPr sz="1125" b="1">
                <a:solidFill>
                  <a:srgbClr val="2F73D8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011" name="final-1">
            <a:extLst xmlns:a="http://schemas.openxmlformats.org/drawingml/2006/main">
              <a:ext uri="{FF2B5EF4-FFF2-40B4-BE49-F238E27FC236}">
                <a16:creationId xmlns:a16="http://schemas.microsoft.com/office/drawing/2014/main" id="{096921A8-439C-49D2-B778-4E8C18CF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526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5A3C"/>
            </a:solidFill>
            <a:prstDash val="solid"/>
          </a:ln>
        </p:spPr>
      </p:sp>
      <p:sp>
        <p:nvSpPr>
          <p:cNvPr id="1012" name="final-label-1">
            <a:extLst xmlns:a="http://schemas.openxmlformats.org/drawingml/2006/main">
              <a:ext uri="{FF2B5EF4-FFF2-40B4-BE49-F238E27FC236}">
                <a16:creationId xmlns:a16="http://schemas.microsoft.com/office/drawing/2014/main" id="{10911FE9-C599-40C2-9263-2CA69012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47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45A3C"/>
                </a:solidFill>
              </a:defRPr>
            </a:pPr>
            <a:r>
              <a:rPr sz="1125" b="1">
                <a:solidFill>
                  <a:srgbClr val="E45A3C"/>
                </a:solidFill>
                <a:latin typeface="Helvetica Neue"/>
                <a:ea typeface="Helvetica Neue"/>
                <a:cs typeface="Helvetica Neue"/>
              </a:rPr>
              <a:t>predict</a:t>
            </a:r>
          </a:p>
        </p:txBody>
      </p:sp>
      <p:sp>
        <p:nvSpPr>
          <p:cNvPr id="1013" name="final-2">
            <a:extLst xmlns:a="http://schemas.openxmlformats.org/drawingml/2006/main">
              <a:ext uri="{FF2B5EF4-FFF2-40B4-BE49-F238E27FC236}">
                <a16:creationId xmlns:a16="http://schemas.microsoft.com/office/drawing/2014/main" id="{8F650F73-C9D8-4AC9-B69D-BF29E323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5AEF"/>
            </a:solidFill>
            <a:prstDash val="solid"/>
          </a:ln>
        </p:spPr>
      </p:sp>
      <p:sp>
        <p:nvSpPr>
          <p:cNvPr id="1014" name="final-label-2">
            <a:extLst xmlns:a="http://schemas.openxmlformats.org/drawingml/2006/main">
              <a:ext uri="{FF2B5EF4-FFF2-40B4-BE49-F238E27FC236}">
                <a16:creationId xmlns:a16="http://schemas.microsoft.com/office/drawing/2014/main" id="{0FDF02A1-566B-4E55-8CF6-7DB339F9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5AEF"/>
                </a:solidFill>
              </a:defRPr>
            </a:pPr>
            <a:r>
              <a:rPr sz="1125" b="1">
                <a:solidFill>
                  <a:srgbClr val="6E5AEF"/>
                </a:solidFill>
                <a:latin typeface="Helvetica Neue"/>
                <a:ea typeface="Helvetica Neue"/>
                <a:cs typeface="Helvetica Neue"/>
              </a:rPr>
              <a:t>search</a:t>
            </a:r>
          </a:p>
        </p:txBody>
      </p:sp>
      <p:sp>
        <p:nvSpPr>
          <p:cNvPr id="1015" name="final-3">
            <a:extLst xmlns:a="http://schemas.openxmlformats.org/drawingml/2006/main">
              <a:ext uri="{FF2B5EF4-FFF2-40B4-BE49-F238E27FC236}">
                <a16:creationId xmlns:a16="http://schemas.microsoft.com/office/drawing/2014/main" id="{C20F5904-58A1-4320-AA73-8E7ED34F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526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7E"/>
            </a:solidFill>
            <a:prstDash val="solid"/>
          </a:ln>
        </p:spPr>
      </p:sp>
      <p:sp>
        <p:nvSpPr>
          <p:cNvPr id="1016" name="final-label-3">
            <a:extLst xmlns:a="http://schemas.openxmlformats.org/drawingml/2006/main">
              <a:ext uri="{FF2B5EF4-FFF2-40B4-BE49-F238E27FC236}">
                <a16:creationId xmlns:a16="http://schemas.microsoft.com/office/drawing/2014/main" id="{2839C369-460E-4BEE-AD8D-3E668655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47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8C7E"/>
                </a:solidFill>
              </a:defRPr>
            </a:pPr>
            <a:r>
              <a:rPr sz="1125" b="1">
                <a:solidFill>
                  <a:srgbClr val="008C7E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1017" name="final-questions">
            <a:extLst xmlns:a="http://schemas.openxmlformats.org/drawingml/2006/main">
              <a:ext uri="{FF2B5EF4-FFF2-40B4-BE49-F238E27FC236}">
                <a16:creationId xmlns:a16="http://schemas.microsoft.com/office/drawing/2014/main" id="{CE2FC7CF-8B58-43B1-8DF3-D3B173EB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62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45A3C"/>
                </a:solidFill>
              </a:defRPr>
            </a:pPr>
            <a:r>
              <a:rPr sz="2550" b="1">
                <a:solidFill>
                  <a:srgbClr val="E45A3C"/>
                </a:solidFill>
                <a:latin typeface="Helvetica Neue"/>
                <a:ea typeface="Helvetica Neue"/>
                <a:cs typeface="Helvetica Neue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38444958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2026-06-25T14:28:44.2570000Z</dcterms:created>
  <dcterms:modified xsi:type="dcterms:W3CDTF">2026-06-25T14:28:44.2570000Z</dcterms:modified>
</coreProperties>
</file>